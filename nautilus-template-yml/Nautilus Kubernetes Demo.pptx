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33"/>
  </p:notesMasterIdLst>
  <p:handoutMasterIdLst>
    <p:handoutMasterId r:id="rId34"/>
  </p:handoutMasterIdLst>
  <p:sldIdLst>
    <p:sldId id="256" r:id="rId5"/>
    <p:sldId id="277" r:id="rId6"/>
    <p:sldId id="289" r:id="rId7"/>
    <p:sldId id="278" r:id="rId8"/>
    <p:sldId id="264" r:id="rId9"/>
    <p:sldId id="258" r:id="rId10"/>
    <p:sldId id="300" r:id="rId11"/>
    <p:sldId id="266" r:id="rId12"/>
    <p:sldId id="295" r:id="rId13"/>
    <p:sldId id="296" r:id="rId14"/>
    <p:sldId id="301" r:id="rId15"/>
    <p:sldId id="302" r:id="rId16"/>
    <p:sldId id="303" r:id="rId17"/>
    <p:sldId id="304" r:id="rId18"/>
    <p:sldId id="306" r:id="rId19"/>
    <p:sldId id="305" r:id="rId20"/>
    <p:sldId id="309" r:id="rId21"/>
    <p:sldId id="307" r:id="rId22"/>
    <p:sldId id="308" r:id="rId23"/>
    <p:sldId id="311" r:id="rId24"/>
    <p:sldId id="316" r:id="rId25"/>
    <p:sldId id="312" r:id="rId26"/>
    <p:sldId id="317" r:id="rId27"/>
    <p:sldId id="314" r:id="rId28"/>
    <p:sldId id="318" r:id="rId29"/>
    <p:sldId id="319" r:id="rId30"/>
    <p:sldId id="320" r:id="rId31"/>
    <p:sldId id="276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9465"/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658E57-2E2D-BF5D-CF57-9CCE210D59CB}" v="7" dt="2024-03-01T18:57:29.05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360"/>
        <p:guide pos="384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42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ka Pal" userId="S::arpal@ucsc.edu::2748f3f1-b2ed-4141-bef9-8e5651f44258" providerId="AD" clId="Web-{945C44DB-EDE5-C41D-7E4B-408DDD5A6439}"/>
    <pc:docChg chg="sldOrd">
      <pc:chgData name="Arka Pal" userId="S::arpal@ucsc.edu::2748f3f1-b2ed-4141-bef9-8e5651f44258" providerId="AD" clId="Web-{945C44DB-EDE5-C41D-7E4B-408DDD5A6439}" dt="2023-07-18T20:53:21.195" v="0"/>
      <pc:docMkLst>
        <pc:docMk/>
      </pc:docMkLst>
      <pc:sldChg chg="ord">
        <pc:chgData name="Arka Pal" userId="S::arpal@ucsc.edu::2748f3f1-b2ed-4141-bef9-8e5651f44258" providerId="AD" clId="Web-{945C44DB-EDE5-C41D-7E4B-408DDD5A6439}" dt="2023-07-18T20:53:21.195" v="0"/>
        <pc:sldMkLst>
          <pc:docMk/>
          <pc:sldMk cId="3453550364" sldId="305"/>
        </pc:sldMkLst>
      </pc:sldChg>
    </pc:docChg>
  </pc:docChgLst>
  <pc:docChgLst>
    <pc:chgData name="Coen Timothy Adler" userId="98d723c6-18f8-4f3c-8cf0-c2e46e04df0e" providerId="ADAL" clId="{E87FBFDE-1E4F-4525-816E-0828EFCE9310}"/>
    <pc:docChg chg="modSld">
      <pc:chgData name="Coen Timothy Adler" userId="98d723c6-18f8-4f3c-8cf0-c2e46e04df0e" providerId="ADAL" clId="{E87FBFDE-1E4F-4525-816E-0828EFCE9310}" dt="2023-04-27T08:10:57.349" v="0"/>
      <pc:docMkLst>
        <pc:docMk/>
      </pc:docMkLst>
      <pc:sldChg chg="modSp mod">
        <pc:chgData name="Coen Timothy Adler" userId="98d723c6-18f8-4f3c-8cf0-c2e46e04df0e" providerId="ADAL" clId="{E87FBFDE-1E4F-4525-816E-0828EFCE9310}" dt="2023-04-27T08:10:57.349" v="0"/>
        <pc:sldMkLst>
          <pc:docMk/>
          <pc:sldMk cId="4273736886" sldId="300"/>
        </pc:sldMkLst>
        <pc:spChg chg="mod">
          <ac:chgData name="Coen Timothy Adler" userId="98d723c6-18f8-4f3c-8cf0-c2e46e04df0e" providerId="ADAL" clId="{E87FBFDE-1E4F-4525-816E-0828EFCE9310}" dt="2023-04-27T08:10:57.349" v="0"/>
          <ac:spMkLst>
            <pc:docMk/>
            <pc:sldMk cId="4273736886" sldId="300"/>
            <ac:spMk id="3" creationId="{46E9BC00-84A9-6B89-9B6E-44E96C680736}"/>
          </ac:spMkLst>
        </pc:spChg>
      </pc:sldChg>
    </pc:docChg>
  </pc:docChgLst>
  <pc:docChgLst>
    <pc:chgData name="Ananth Srikanth" userId="S::asrikan1@ucsc.edu::5230ec55-99b1-4a07-af04-84e6c1431010" providerId="AD" clId="Web-{437B8E36-764C-E145-AFB5-154F4D878EED}"/>
    <pc:docChg chg="modSld">
      <pc:chgData name="Ananth Srikanth" userId="S::asrikan1@ucsc.edu::5230ec55-99b1-4a07-af04-84e6c1431010" providerId="AD" clId="Web-{437B8E36-764C-E145-AFB5-154F4D878EED}" dt="2023-05-11T23:20:12.520" v="0" actId="1076"/>
      <pc:docMkLst>
        <pc:docMk/>
      </pc:docMkLst>
      <pc:sldChg chg="modSp">
        <pc:chgData name="Ananth Srikanth" userId="S::asrikan1@ucsc.edu::5230ec55-99b1-4a07-af04-84e6c1431010" providerId="AD" clId="Web-{437B8E36-764C-E145-AFB5-154F4D878EED}" dt="2023-05-11T23:20:12.520" v="0" actId="1076"/>
        <pc:sldMkLst>
          <pc:docMk/>
          <pc:sldMk cId="4095846391" sldId="302"/>
        </pc:sldMkLst>
        <pc:spChg chg="mod">
          <ac:chgData name="Ananth Srikanth" userId="S::asrikan1@ucsc.edu::5230ec55-99b1-4a07-af04-84e6c1431010" providerId="AD" clId="Web-{437B8E36-764C-E145-AFB5-154F4D878EED}" dt="2023-05-11T23:20:12.520" v="0" actId="1076"/>
          <ac:spMkLst>
            <pc:docMk/>
            <pc:sldMk cId="4095846391" sldId="302"/>
            <ac:spMk id="25" creationId="{F2ED2A1D-D8E6-C493-63E9-620797364C33}"/>
          </ac:spMkLst>
        </pc:spChg>
      </pc:sldChg>
    </pc:docChg>
  </pc:docChgLst>
  <pc:docChgLst>
    <pc:chgData name="Jimmy Lu" userId="S::jlu161@ucsc.edu::f17eefd8-9946-491c-bfac-f757d843abc4" providerId="AD" clId="Web-{BEF5701F-B90A-4738-AA9B-C668E4877326}"/>
    <pc:docChg chg="modSld">
      <pc:chgData name="Jimmy Lu" userId="S::jlu161@ucsc.edu::f17eefd8-9946-491c-bfac-f757d843abc4" providerId="AD" clId="Web-{BEF5701F-B90A-4738-AA9B-C668E4877326}" dt="2024-02-19T07:00:02.730" v="2" actId="1076"/>
      <pc:docMkLst>
        <pc:docMk/>
      </pc:docMkLst>
      <pc:sldChg chg="modSp">
        <pc:chgData name="Jimmy Lu" userId="S::jlu161@ucsc.edu::f17eefd8-9946-491c-bfac-f757d843abc4" providerId="AD" clId="Web-{BEF5701F-B90A-4738-AA9B-C668E4877326}" dt="2024-02-19T07:00:02.730" v="2" actId="1076"/>
        <pc:sldMkLst>
          <pc:docMk/>
          <pc:sldMk cId="359647665" sldId="314"/>
        </pc:sldMkLst>
        <pc:grpChg chg="mod">
          <ac:chgData name="Jimmy Lu" userId="S::jlu161@ucsc.edu::f17eefd8-9946-491c-bfac-f757d843abc4" providerId="AD" clId="Web-{BEF5701F-B90A-4738-AA9B-C668E4877326}" dt="2024-02-19T07:00:02.730" v="2" actId="1076"/>
          <ac:grpSpMkLst>
            <pc:docMk/>
            <pc:sldMk cId="359647665" sldId="314"/>
            <ac:grpSpMk id="18" creationId="{62E1EC44-CE68-6E90-2B3C-34AF36C70F19}"/>
          </ac:grpSpMkLst>
        </pc:grpChg>
      </pc:sldChg>
    </pc:docChg>
  </pc:docChgLst>
  <pc:docChgLst>
    <pc:chgData name="Jimmy Lu" userId="S::jlu161@ucsc.edu::f17eefd8-9946-491c-bfac-f757d843abc4" providerId="AD" clId="Web-{602BD501-0EEB-9937-CCCE-3E012ACA29D2}"/>
    <pc:docChg chg="modSld">
      <pc:chgData name="Jimmy Lu" userId="S::jlu161@ucsc.edu::f17eefd8-9946-491c-bfac-f757d843abc4" providerId="AD" clId="Web-{602BD501-0EEB-9937-CCCE-3E012ACA29D2}" dt="2024-02-19T07:00:19.636" v="0" actId="1076"/>
      <pc:docMkLst>
        <pc:docMk/>
      </pc:docMkLst>
      <pc:sldChg chg="modSp">
        <pc:chgData name="Jimmy Lu" userId="S::jlu161@ucsc.edu::f17eefd8-9946-491c-bfac-f757d843abc4" providerId="AD" clId="Web-{602BD501-0EEB-9937-CCCE-3E012ACA29D2}" dt="2024-02-19T07:00:19.636" v="0" actId="1076"/>
        <pc:sldMkLst>
          <pc:docMk/>
          <pc:sldMk cId="359647665" sldId="314"/>
        </pc:sldMkLst>
        <pc:grpChg chg="mod">
          <ac:chgData name="Jimmy Lu" userId="S::jlu161@ucsc.edu::f17eefd8-9946-491c-bfac-f757d843abc4" providerId="AD" clId="Web-{602BD501-0EEB-9937-CCCE-3E012ACA29D2}" dt="2024-02-19T07:00:19.636" v="0" actId="1076"/>
          <ac:grpSpMkLst>
            <pc:docMk/>
            <pc:sldMk cId="359647665" sldId="314"/>
            <ac:grpSpMk id="18" creationId="{62E1EC44-CE68-6E90-2B3C-34AF36C70F19}"/>
          </ac:grpSpMkLst>
        </pc:grpChg>
      </pc:sldChg>
    </pc:docChg>
  </pc:docChgLst>
  <pc:docChgLst>
    <pc:chgData name="Elias Oliver Chang" userId="S::elochang@ucsc.edu::1ce7608b-c145-4ab4-8046-c6bf857cf789" providerId="AD" clId="Web-{3E587CAD-0A8A-44F9-93DE-6A4FD4B5E616}"/>
    <pc:docChg chg="addSld delSld">
      <pc:chgData name="Elias Oliver Chang" userId="S::elochang@ucsc.edu::1ce7608b-c145-4ab4-8046-c6bf857cf789" providerId="AD" clId="Web-{3E587CAD-0A8A-44F9-93DE-6A4FD4B5E616}" dt="2024-01-27T22:28:44.544" v="1"/>
      <pc:docMkLst>
        <pc:docMk/>
      </pc:docMkLst>
      <pc:sldChg chg="new del">
        <pc:chgData name="Elias Oliver Chang" userId="S::elochang@ucsc.edu::1ce7608b-c145-4ab4-8046-c6bf857cf789" providerId="AD" clId="Web-{3E587CAD-0A8A-44F9-93DE-6A4FD4B5E616}" dt="2024-01-27T22:28:44.544" v="1"/>
        <pc:sldMkLst>
          <pc:docMk/>
          <pc:sldMk cId="14361262" sldId="321"/>
        </pc:sldMkLst>
      </pc:sldChg>
    </pc:docChg>
  </pc:docChgLst>
  <pc:docChgLst>
    <pc:chgData name="Jimmy Lu" userId="S::jlu161@ucsc.edu::f17eefd8-9946-491c-bfac-f757d843abc4" providerId="AD" clId="Web-{36FCD540-C963-BD1D-667D-D0ACC3AEA30E}"/>
    <pc:docChg chg="modSld">
      <pc:chgData name="Jimmy Lu" userId="S::jlu161@ucsc.edu::f17eefd8-9946-491c-bfac-f757d843abc4" providerId="AD" clId="Web-{36FCD540-C963-BD1D-667D-D0ACC3AEA30E}" dt="2024-02-04T22:03:50.355" v="0" actId="1076"/>
      <pc:docMkLst>
        <pc:docMk/>
      </pc:docMkLst>
      <pc:sldChg chg="modSp">
        <pc:chgData name="Jimmy Lu" userId="S::jlu161@ucsc.edu::f17eefd8-9946-491c-bfac-f757d843abc4" providerId="AD" clId="Web-{36FCD540-C963-BD1D-667D-D0ACC3AEA30E}" dt="2024-02-04T22:03:50.355" v="0" actId="1076"/>
        <pc:sldMkLst>
          <pc:docMk/>
          <pc:sldMk cId="2287557273" sldId="296"/>
        </pc:sldMkLst>
        <pc:picChg chg="mod">
          <ac:chgData name="Jimmy Lu" userId="S::jlu161@ucsc.edu::f17eefd8-9946-491c-bfac-f757d843abc4" providerId="AD" clId="Web-{36FCD540-C963-BD1D-667D-D0ACC3AEA30E}" dt="2024-02-04T22:03:50.355" v="0" actId="1076"/>
          <ac:picMkLst>
            <pc:docMk/>
            <pc:sldMk cId="2287557273" sldId="296"/>
            <ac:picMk id="10" creationId="{B732BA22-7223-D6BD-FE53-BE3AC2EC1184}"/>
          </ac:picMkLst>
        </pc:picChg>
      </pc:sldChg>
    </pc:docChg>
  </pc:docChgLst>
  <pc:docChgLst>
    <pc:chgData name="Arnav Kartikeya" userId="S::akartike@ucsc.edu::f530570b-5399-4fa2-aedc-ff2dea45e935" providerId="AD" clId="Web-{EDBBEA1A-64BE-4649-85B2-A17A75793A69}"/>
    <pc:docChg chg="addSld delSld modSld">
      <pc:chgData name="Arnav Kartikeya" userId="S::akartike@ucsc.edu::f530570b-5399-4fa2-aedc-ff2dea45e935" providerId="AD" clId="Web-{EDBBEA1A-64BE-4649-85B2-A17A75793A69}" dt="2023-05-01T20:31:19.670" v="13" actId="20577"/>
      <pc:docMkLst>
        <pc:docMk/>
      </pc:docMkLst>
      <pc:sldChg chg="modSp">
        <pc:chgData name="Arnav Kartikeya" userId="S::akartike@ucsc.edu::f530570b-5399-4fa2-aedc-ff2dea45e935" providerId="AD" clId="Web-{EDBBEA1A-64BE-4649-85B2-A17A75793A69}" dt="2023-05-01T20:31:19.670" v="13" actId="20577"/>
        <pc:sldMkLst>
          <pc:docMk/>
          <pc:sldMk cId="4239967761" sldId="316"/>
        </pc:sldMkLst>
        <pc:spChg chg="mod">
          <ac:chgData name="Arnav Kartikeya" userId="S::akartike@ucsc.edu::f530570b-5399-4fa2-aedc-ff2dea45e935" providerId="AD" clId="Web-{EDBBEA1A-64BE-4649-85B2-A17A75793A69}" dt="2023-05-01T20:31:19.670" v="13" actId="20577"/>
          <ac:spMkLst>
            <pc:docMk/>
            <pc:sldMk cId="4239967761" sldId="316"/>
            <ac:spMk id="25" creationId="{F2ED2A1D-D8E6-C493-63E9-620797364C33}"/>
          </ac:spMkLst>
        </pc:spChg>
      </pc:sldChg>
      <pc:sldChg chg="add del">
        <pc:chgData name="Arnav Kartikeya" userId="S::akartike@ucsc.edu::f530570b-5399-4fa2-aedc-ff2dea45e935" providerId="AD" clId="Web-{EDBBEA1A-64BE-4649-85B2-A17A75793A69}" dt="2023-05-01T20:29:50.901" v="1"/>
        <pc:sldMkLst>
          <pc:docMk/>
          <pc:sldMk cId="626112453" sldId="317"/>
        </pc:sldMkLst>
      </pc:sldChg>
    </pc:docChg>
  </pc:docChgLst>
  <pc:docChgLst>
    <pc:chgData name="Sebastian Eagan Woo" userId="S::seewoo@ucsc.edu::c3c272e3-6ea4-468e-9122-e1f2252128f4" providerId="AD" clId="Web-{C6658E57-2E2D-BF5D-CF57-9CCE210D59CB}"/>
    <pc:docChg chg="modSld">
      <pc:chgData name="Sebastian Eagan Woo" userId="S::seewoo@ucsc.edu::c3c272e3-6ea4-468e-9122-e1f2252128f4" providerId="AD" clId="Web-{C6658E57-2E2D-BF5D-CF57-9CCE210D59CB}" dt="2024-03-01T18:57:26.274" v="3" actId="1076"/>
      <pc:docMkLst>
        <pc:docMk/>
      </pc:docMkLst>
      <pc:sldChg chg="addSp delSp modSp">
        <pc:chgData name="Sebastian Eagan Woo" userId="S::seewoo@ucsc.edu::c3c272e3-6ea4-468e-9122-e1f2252128f4" providerId="AD" clId="Web-{C6658E57-2E2D-BF5D-CF57-9CCE210D59CB}" dt="2024-03-01T18:57:26.274" v="3" actId="1076"/>
        <pc:sldMkLst>
          <pc:docMk/>
          <pc:sldMk cId="452776048" sldId="309"/>
        </pc:sldMkLst>
        <pc:spChg chg="add del mod">
          <ac:chgData name="Sebastian Eagan Woo" userId="S::seewoo@ucsc.edu::c3c272e3-6ea4-468e-9122-e1f2252128f4" providerId="AD" clId="Web-{C6658E57-2E2D-BF5D-CF57-9CCE210D59CB}" dt="2024-03-01T18:57:26.274" v="3" actId="1076"/>
          <ac:spMkLst>
            <pc:docMk/>
            <pc:sldMk cId="452776048" sldId="309"/>
            <ac:spMk id="27" creationId="{DA7761F1-9258-018D-B3D0-3CB7B2CFE2EC}"/>
          </ac:spMkLst>
        </pc:spChg>
      </pc:sldChg>
    </pc:docChg>
  </pc:docChgLst>
  <pc:docChgLst>
    <pc:chgData name="Coen Timothy Adler" userId="98d723c6-18f8-4f3c-8cf0-c2e46e04df0e" providerId="ADAL" clId="{61EA955A-9296-4EF8-B60E-DFF132B11045}"/>
    <pc:docChg chg="undo redo custSel addSld delSld modSld sldOrd">
      <pc:chgData name="Coen Timothy Adler" userId="98d723c6-18f8-4f3c-8cf0-c2e46e04df0e" providerId="ADAL" clId="{61EA955A-9296-4EF8-B60E-DFF132B11045}" dt="2023-03-08T20:50:10.201" v="3961" actId="20577"/>
      <pc:docMkLst>
        <pc:docMk/>
      </pc:docMkLst>
      <pc:sldChg chg="add del">
        <pc:chgData name="Coen Timothy Adler" userId="98d723c6-18f8-4f3c-8cf0-c2e46e04df0e" providerId="ADAL" clId="{61EA955A-9296-4EF8-B60E-DFF132B11045}" dt="2023-03-08T08:49:05.452" v="3037" actId="47"/>
        <pc:sldMkLst>
          <pc:docMk/>
          <pc:sldMk cId="566997565" sldId="260"/>
        </pc:sldMkLst>
      </pc:sldChg>
      <pc:sldChg chg="del">
        <pc:chgData name="Coen Timothy Adler" userId="98d723c6-18f8-4f3c-8cf0-c2e46e04df0e" providerId="ADAL" clId="{61EA955A-9296-4EF8-B60E-DFF132B11045}" dt="2023-03-08T07:10:13.199" v="537" actId="47"/>
        <pc:sldMkLst>
          <pc:docMk/>
          <pc:sldMk cId="1738561688" sldId="261"/>
        </pc:sldMkLst>
      </pc:sldChg>
      <pc:sldChg chg="add del">
        <pc:chgData name="Coen Timothy Adler" userId="98d723c6-18f8-4f3c-8cf0-c2e46e04df0e" providerId="ADAL" clId="{61EA955A-9296-4EF8-B60E-DFF132B11045}" dt="2023-03-08T08:49:05.452" v="3037" actId="47"/>
        <pc:sldMkLst>
          <pc:docMk/>
          <pc:sldMk cId="1593920805" sldId="262"/>
        </pc:sldMkLst>
      </pc:sldChg>
      <pc:sldChg chg="addSp delSp modSp mod ord">
        <pc:chgData name="Coen Timothy Adler" userId="98d723c6-18f8-4f3c-8cf0-c2e46e04df0e" providerId="ADAL" clId="{61EA955A-9296-4EF8-B60E-DFF132B11045}" dt="2023-03-08T07:05:52.401" v="201" actId="20577"/>
        <pc:sldMkLst>
          <pc:docMk/>
          <pc:sldMk cId="2121178069" sldId="266"/>
        </pc:sldMkLst>
        <pc:spChg chg="mod">
          <ac:chgData name="Coen Timothy Adler" userId="98d723c6-18f8-4f3c-8cf0-c2e46e04df0e" providerId="ADAL" clId="{61EA955A-9296-4EF8-B60E-DFF132B11045}" dt="2023-03-08T07:05:52.401" v="201" actId="20577"/>
          <ac:spMkLst>
            <pc:docMk/>
            <pc:sldMk cId="2121178069" sldId="266"/>
            <ac:spMk id="2" creationId="{5CE54ABB-4929-4810-950B-2DAEA0A5BAB4}"/>
          </ac:spMkLst>
        </pc:spChg>
        <pc:spChg chg="del">
          <ac:chgData name="Coen Timothy Adler" userId="98d723c6-18f8-4f3c-8cf0-c2e46e04df0e" providerId="ADAL" clId="{61EA955A-9296-4EF8-B60E-DFF132B11045}" dt="2023-03-08T06:51:53.988" v="33" actId="478"/>
          <ac:spMkLst>
            <pc:docMk/>
            <pc:sldMk cId="2121178069" sldId="266"/>
            <ac:spMk id="3" creationId="{D5E1C399-8F48-44F5-9461-3C89866D4CE1}"/>
          </ac:spMkLst>
        </pc:spChg>
        <pc:spChg chg="del">
          <ac:chgData name="Coen Timothy Adler" userId="98d723c6-18f8-4f3c-8cf0-c2e46e04df0e" providerId="ADAL" clId="{61EA955A-9296-4EF8-B60E-DFF132B11045}" dt="2023-03-08T06:51:53.988" v="33" actId="478"/>
          <ac:spMkLst>
            <pc:docMk/>
            <pc:sldMk cId="2121178069" sldId="266"/>
            <ac:spMk id="4" creationId="{A112B089-A8F9-45B1-BE6E-EAC10163F082}"/>
          </ac:spMkLst>
        </pc:spChg>
        <pc:spChg chg="del">
          <ac:chgData name="Coen Timothy Adler" userId="98d723c6-18f8-4f3c-8cf0-c2e46e04df0e" providerId="ADAL" clId="{61EA955A-9296-4EF8-B60E-DFF132B11045}" dt="2023-03-08T06:51:53.988" v="33" actId="478"/>
          <ac:spMkLst>
            <pc:docMk/>
            <pc:sldMk cId="2121178069" sldId="266"/>
            <ac:spMk id="5" creationId="{CF515C5D-2CDB-4E66-B2B8-1451BC44247F}"/>
          </ac:spMkLst>
        </pc:spChg>
        <pc:spChg chg="del">
          <ac:chgData name="Coen Timothy Adler" userId="98d723c6-18f8-4f3c-8cf0-c2e46e04df0e" providerId="ADAL" clId="{61EA955A-9296-4EF8-B60E-DFF132B11045}" dt="2023-03-08T06:51:53.988" v="33" actId="478"/>
          <ac:spMkLst>
            <pc:docMk/>
            <pc:sldMk cId="2121178069" sldId="266"/>
            <ac:spMk id="6" creationId="{0FE22F9B-4BF8-41DC-8F1C-836B546E59AD}"/>
          </ac:spMkLst>
        </pc:spChg>
        <pc:spChg chg="del">
          <ac:chgData name="Coen Timothy Adler" userId="98d723c6-18f8-4f3c-8cf0-c2e46e04df0e" providerId="ADAL" clId="{61EA955A-9296-4EF8-B60E-DFF132B11045}" dt="2023-03-08T06:51:53.988" v="33" actId="478"/>
          <ac:spMkLst>
            <pc:docMk/>
            <pc:sldMk cId="2121178069" sldId="266"/>
            <ac:spMk id="7" creationId="{6B35F89A-6CDF-41F7-BD87-18B45BD7330B}"/>
          </ac:spMkLst>
        </pc:spChg>
        <pc:spChg chg="del">
          <ac:chgData name="Coen Timothy Adler" userId="98d723c6-18f8-4f3c-8cf0-c2e46e04df0e" providerId="ADAL" clId="{61EA955A-9296-4EF8-B60E-DFF132B11045}" dt="2023-03-08T06:51:53.988" v="33" actId="478"/>
          <ac:spMkLst>
            <pc:docMk/>
            <pc:sldMk cId="2121178069" sldId="266"/>
            <ac:spMk id="8" creationId="{E92B9716-8D44-4864-8986-720957B34362}"/>
          </ac:spMkLst>
        </pc:spChg>
        <pc:spChg chg="del">
          <ac:chgData name="Coen Timothy Adler" userId="98d723c6-18f8-4f3c-8cf0-c2e46e04df0e" providerId="ADAL" clId="{61EA955A-9296-4EF8-B60E-DFF132B11045}" dt="2023-03-08T06:51:53.988" v="33" actId="478"/>
          <ac:spMkLst>
            <pc:docMk/>
            <pc:sldMk cId="2121178069" sldId="266"/>
            <ac:spMk id="9" creationId="{7B78F7A0-88C5-4940-B21C-099F472F39F9}"/>
          </ac:spMkLst>
        </pc:spChg>
        <pc:spChg chg="del">
          <ac:chgData name="Coen Timothy Adler" userId="98d723c6-18f8-4f3c-8cf0-c2e46e04df0e" providerId="ADAL" clId="{61EA955A-9296-4EF8-B60E-DFF132B11045}" dt="2023-03-08T06:51:53.988" v="33" actId="478"/>
          <ac:spMkLst>
            <pc:docMk/>
            <pc:sldMk cId="2121178069" sldId="266"/>
            <ac:spMk id="10" creationId="{D2186069-FC8E-433D-9BB4-942220CE8CFB}"/>
          </ac:spMkLst>
        </pc:spChg>
        <pc:spChg chg="del">
          <ac:chgData name="Coen Timothy Adler" userId="98d723c6-18f8-4f3c-8cf0-c2e46e04df0e" providerId="ADAL" clId="{61EA955A-9296-4EF8-B60E-DFF132B11045}" dt="2023-03-08T06:51:53.988" v="33" actId="478"/>
          <ac:spMkLst>
            <pc:docMk/>
            <pc:sldMk cId="2121178069" sldId="266"/>
            <ac:spMk id="11" creationId="{BAD5B6F4-0A90-447A-A1AE-D75C934B6B29}"/>
          </ac:spMkLst>
        </pc:spChg>
        <pc:spChg chg="add del mod">
          <ac:chgData name="Coen Timothy Adler" userId="98d723c6-18f8-4f3c-8cf0-c2e46e04df0e" providerId="ADAL" clId="{61EA955A-9296-4EF8-B60E-DFF132B11045}" dt="2023-03-08T06:51:56.699" v="34" actId="478"/>
          <ac:spMkLst>
            <pc:docMk/>
            <pc:sldMk cId="2121178069" sldId="266"/>
            <ac:spMk id="13" creationId="{249F3EF9-65D0-3E1B-7204-FE758FA57C6D}"/>
          </ac:spMkLst>
        </pc:spChg>
        <pc:spChg chg="add del mod">
          <ac:chgData name="Coen Timothy Adler" userId="98d723c6-18f8-4f3c-8cf0-c2e46e04df0e" providerId="ADAL" clId="{61EA955A-9296-4EF8-B60E-DFF132B11045}" dt="2023-03-08T06:51:56.699" v="34" actId="478"/>
          <ac:spMkLst>
            <pc:docMk/>
            <pc:sldMk cId="2121178069" sldId="266"/>
            <ac:spMk id="15" creationId="{F1FEC04C-6FEC-4C2C-BCBA-0731784B304B}"/>
          </ac:spMkLst>
        </pc:spChg>
        <pc:spChg chg="add del mod">
          <ac:chgData name="Coen Timothy Adler" userId="98d723c6-18f8-4f3c-8cf0-c2e46e04df0e" providerId="ADAL" clId="{61EA955A-9296-4EF8-B60E-DFF132B11045}" dt="2023-03-08T06:51:56.699" v="34" actId="478"/>
          <ac:spMkLst>
            <pc:docMk/>
            <pc:sldMk cId="2121178069" sldId="266"/>
            <ac:spMk id="17" creationId="{47578DFD-8EA0-D302-E0CC-37E9D0C63D05}"/>
          </ac:spMkLst>
        </pc:spChg>
        <pc:spChg chg="add del mod">
          <ac:chgData name="Coen Timothy Adler" userId="98d723c6-18f8-4f3c-8cf0-c2e46e04df0e" providerId="ADAL" clId="{61EA955A-9296-4EF8-B60E-DFF132B11045}" dt="2023-03-08T06:51:56.699" v="34" actId="478"/>
          <ac:spMkLst>
            <pc:docMk/>
            <pc:sldMk cId="2121178069" sldId="266"/>
            <ac:spMk id="19" creationId="{2AE2F570-F8E7-D5BD-5D0E-AF2500021B5B}"/>
          </ac:spMkLst>
        </pc:spChg>
        <pc:spChg chg="add del mod">
          <ac:chgData name="Coen Timothy Adler" userId="98d723c6-18f8-4f3c-8cf0-c2e46e04df0e" providerId="ADAL" clId="{61EA955A-9296-4EF8-B60E-DFF132B11045}" dt="2023-03-08T06:51:56.699" v="34" actId="478"/>
          <ac:spMkLst>
            <pc:docMk/>
            <pc:sldMk cId="2121178069" sldId="266"/>
            <ac:spMk id="21" creationId="{E82D75C5-0B08-AABF-ADBC-9609F967FE0F}"/>
          </ac:spMkLst>
        </pc:spChg>
        <pc:spChg chg="add del mod">
          <ac:chgData name="Coen Timothy Adler" userId="98d723c6-18f8-4f3c-8cf0-c2e46e04df0e" providerId="ADAL" clId="{61EA955A-9296-4EF8-B60E-DFF132B11045}" dt="2023-03-08T06:51:56.699" v="34" actId="478"/>
          <ac:spMkLst>
            <pc:docMk/>
            <pc:sldMk cId="2121178069" sldId="266"/>
            <ac:spMk id="23" creationId="{D3D6B232-4F95-C001-6B78-E0BCE86207BE}"/>
          </ac:spMkLst>
        </pc:spChg>
        <pc:spChg chg="add mod">
          <ac:chgData name="Coen Timothy Adler" userId="98d723c6-18f8-4f3c-8cf0-c2e46e04df0e" providerId="ADAL" clId="{61EA955A-9296-4EF8-B60E-DFF132B11045}" dt="2023-03-08T06:53:56.058" v="59" actId="2711"/>
          <ac:spMkLst>
            <pc:docMk/>
            <pc:sldMk cId="2121178069" sldId="266"/>
            <ac:spMk id="25" creationId="{F2ED2A1D-D8E6-C493-63E9-620797364C33}"/>
          </ac:spMkLst>
        </pc:spChg>
        <pc:spChg chg="add mod">
          <ac:chgData name="Coen Timothy Adler" userId="98d723c6-18f8-4f3c-8cf0-c2e46e04df0e" providerId="ADAL" clId="{61EA955A-9296-4EF8-B60E-DFF132B11045}" dt="2023-03-08T07:05:06.862" v="185"/>
          <ac:spMkLst>
            <pc:docMk/>
            <pc:sldMk cId="2121178069" sldId="266"/>
            <ac:spMk id="27" creationId="{DA7761F1-9258-018D-B3D0-3CB7B2CFE2EC}"/>
          </ac:spMkLst>
        </pc:spChg>
      </pc:sldChg>
      <pc:sldChg chg="add del">
        <pc:chgData name="Coen Timothy Adler" userId="98d723c6-18f8-4f3c-8cf0-c2e46e04df0e" providerId="ADAL" clId="{61EA955A-9296-4EF8-B60E-DFF132B11045}" dt="2023-03-08T08:49:05.452" v="3037" actId="47"/>
        <pc:sldMkLst>
          <pc:docMk/>
          <pc:sldMk cId="4151694508" sldId="268"/>
        </pc:sldMkLst>
      </pc:sldChg>
      <pc:sldChg chg="add del">
        <pc:chgData name="Coen Timothy Adler" userId="98d723c6-18f8-4f3c-8cf0-c2e46e04df0e" providerId="ADAL" clId="{61EA955A-9296-4EF8-B60E-DFF132B11045}" dt="2023-03-08T08:49:05.452" v="3037" actId="47"/>
        <pc:sldMkLst>
          <pc:docMk/>
          <pc:sldMk cId="1472106130" sldId="270"/>
        </pc:sldMkLst>
      </pc:sldChg>
      <pc:sldChg chg="add del">
        <pc:chgData name="Coen Timothy Adler" userId="98d723c6-18f8-4f3c-8cf0-c2e46e04df0e" providerId="ADAL" clId="{61EA955A-9296-4EF8-B60E-DFF132B11045}" dt="2023-03-08T09:05:20.685" v="3848" actId="47"/>
        <pc:sldMkLst>
          <pc:docMk/>
          <pc:sldMk cId="920173932" sldId="275"/>
        </pc:sldMkLst>
      </pc:sldChg>
      <pc:sldChg chg="delSp modSp mod">
        <pc:chgData name="Coen Timothy Adler" userId="98d723c6-18f8-4f3c-8cf0-c2e46e04df0e" providerId="ADAL" clId="{61EA955A-9296-4EF8-B60E-DFF132B11045}" dt="2023-03-08T09:05:54.489" v="3952" actId="478"/>
        <pc:sldMkLst>
          <pc:docMk/>
          <pc:sldMk cId="2436493926" sldId="276"/>
        </pc:sldMkLst>
        <pc:spChg chg="mod">
          <ac:chgData name="Coen Timothy Adler" userId="98d723c6-18f8-4f3c-8cf0-c2e46e04df0e" providerId="ADAL" clId="{61EA955A-9296-4EF8-B60E-DFF132B11045}" dt="2023-03-08T09:05:49.673" v="3949" actId="20577"/>
          <ac:spMkLst>
            <pc:docMk/>
            <pc:sldMk cId="2436493926" sldId="276"/>
            <ac:spMk id="3" creationId="{24AFFC60-19C3-4901-93F7-7AAF4C09F8C6}"/>
          </ac:spMkLst>
        </pc:spChg>
        <pc:spChg chg="del">
          <ac:chgData name="Coen Timothy Adler" userId="98d723c6-18f8-4f3c-8cf0-c2e46e04df0e" providerId="ADAL" clId="{61EA955A-9296-4EF8-B60E-DFF132B11045}" dt="2023-03-08T09:05:52.390" v="3950" actId="478"/>
          <ac:spMkLst>
            <pc:docMk/>
            <pc:sldMk cId="2436493926" sldId="276"/>
            <ac:spMk id="4" creationId="{72DA7980-C870-4C9A-84FA-4120D8AF5DE8}"/>
          </ac:spMkLst>
        </pc:spChg>
        <pc:spChg chg="del">
          <ac:chgData name="Coen Timothy Adler" userId="98d723c6-18f8-4f3c-8cf0-c2e46e04df0e" providerId="ADAL" clId="{61EA955A-9296-4EF8-B60E-DFF132B11045}" dt="2023-03-08T09:05:53.527" v="3951" actId="478"/>
          <ac:spMkLst>
            <pc:docMk/>
            <pc:sldMk cId="2436493926" sldId="276"/>
            <ac:spMk id="5" creationId="{0DFADE42-1A3F-40C8-A071-E57644F3D843}"/>
          </ac:spMkLst>
        </pc:spChg>
        <pc:spChg chg="del">
          <ac:chgData name="Coen Timothy Adler" userId="98d723c6-18f8-4f3c-8cf0-c2e46e04df0e" providerId="ADAL" clId="{61EA955A-9296-4EF8-B60E-DFF132B11045}" dt="2023-03-08T09:05:54.489" v="3952" actId="478"/>
          <ac:spMkLst>
            <pc:docMk/>
            <pc:sldMk cId="2436493926" sldId="276"/>
            <ac:spMk id="6" creationId="{5EDCFF82-B70F-4971-9182-7C3AEA3CFD26}"/>
          </ac:spMkLst>
        </pc:spChg>
      </pc:sldChg>
      <pc:sldChg chg="addSp modSp mod">
        <pc:chgData name="Coen Timothy Adler" userId="98d723c6-18f8-4f3c-8cf0-c2e46e04df0e" providerId="ADAL" clId="{61EA955A-9296-4EF8-B60E-DFF132B11045}" dt="2023-03-08T07:15:38.679" v="1027" actId="20577"/>
        <pc:sldMkLst>
          <pc:docMk/>
          <pc:sldMk cId="2069393026" sldId="278"/>
        </pc:sldMkLst>
        <pc:spChg chg="add mod">
          <ac:chgData name="Coen Timothy Adler" userId="98d723c6-18f8-4f3c-8cf0-c2e46e04df0e" providerId="ADAL" clId="{61EA955A-9296-4EF8-B60E-DFF132B11045}" dt="2023-03-08T07:15:14.815" v="927" actId="20577"/>
          <ac:spMkLst>
            <pc:docMk/>
            <pc:sldMk cId="2069393026" sldId="278"/>
            <ac:spMk id="15" creationId="{9761E416-ADA6-27FF-A7FC-634E83113F99}"/>
          </ac:spMkLst>
        </pc:spChg>
        <pc:spChg chg="add mod">
          <ac:chgData name="Coen Timothy Adler" userId="98d723c6-18f8-4f3c-8cf0-c2e46e04df0e" providerId="ADAL" clId="{61EA955A-9296-4EF8-B60E-DFF132B11045}" dt="2023-03-08T07:15:38.679" v="1027" actId="20577"/>
          <ac:spMkLst>
            <pc:docMk/>
            <pc:sldMk cId="2069393026" sldId="278"/>
            <ac:spMk id="16" creationId="{B3818D4E-B2A2-F077-025F-5E9A11D078A9}"/>
          </ac:spMkLst>
        </pc:spChg>
      </pc:sldChg>
      <pc:sldChg chg="add del">
        <pc:chgData name="Coen Timothy Adler" userId="98d723c6-18f8-4f3c-8cf0-c2e46e04df0e" providerId="ADAL" clId="{61EA955A-9296-4EF8-B60E-DFF132B11045}" dt="2023-03-08T08:49:05.452" v="3037" actId="47"/>
        <pc:sldMkLst>
          <pc:docMk/>
          <pc:sldMk cId="1417396711" sldId="280"/>
        </pc:sldMkLst>
      </pc:sldChg>
      <pc:sldChg chg="add del">
        <pc:chgData name="Coen Timothy Adler" userId="98d723c6-18f8-4f3c-8cf0-c2e46e04df0e" providerId="ADAL" clId="{61EA955A-9296-4EF8-B60E-DFF132B11045}" dt="2023-03-08T08:49:05.452" v="3037" actId="47"/>
        <pc:sldMkLst>
          <pc:docMk/>
          <pc:sldMk cId="3477453048" sldId="282"/>
        </pc:sldMkLst>
      </pc:sldChg>
      <pc:sldChg chg="add del">
        <pc:chgData name="Coen Timothy Adler" userId="98d723c6-18f8-4f3c-8cf0-c2e46e04df0e" providerId="ADAL" clId="{61EA955A-9296-4EF8-B60E-DFF132B11045}" dt="2023-03-08T08:49:05.452" v="3037" actId="47"/>
        <pc:sldMkLst>
          <pc:docMk/>
          <pc:sldMk cId="3396266754" sldId="283"/>
        </pc:sldMkLst>
      </pc:sldChg>
      <pc:sldChg chg="add del">
        <pc:chgData name="Coen Timothy Adler" userId="98d723c6-18f8-4f3c-8cf0-c2e46e04df0e" providerId="ADAL" clId="{61EA955A-9296-4EF8-B60E-DFF132B11045}" dt="2023-03-08T08:49:05.452" v="3037" actId="47"/>
        <pc:sldMkLst>
          <pc:docMk/>
          <pc:sldMk cId="1177824853" sldId="290"/>
        </pc:sldMkLst>
      </pc:sldChg>
      <pc:sldChg chg="add del">
        <pc:chgData name="Coen Timothy Adler" userId="98d723c6-18f8-4f3c-8cf0-c2e46e04df0e" providerId="ADAL" clId="{61EA955A-9296-4EF8-B60E-DFF132B11045}" dt="2023-03-08T08:49:05.452" v="3037" actId="47"/>
        <pc:sldMkLst>
          <pc:docMk/>
          <pc:sldMk cId="404854312" sldId="292"/>
        </pc:sldMkLst>
      </pc:sldChg>
      <pc:sldChg chg="add del">
        <pc:chgData name="Coen Timothy Adler" userId="98d723c6-18f8-4f3c-8cf0-c2e46e04df0e" providerId="ADAL" clId="{61EA955A-9296-4EF8-B60E-DFF132B11045}" dt="2023-03-08T08:49:05.452" v="3037" actId="47"/>
        <pc:sldMkLst>
          <pc:docMk/>
          <pc:sldMk cId="473871986" sldId="293"/>
        </pc:sldMkLst>
      </pc:sldChg>
      <pc:sldChg chg="add del">
        <pc:chgData name="Coen Timothy Adler" userId="98d723c6-18f8-4f3c-8cf0-c2e46e04df0e" providerId="ADAL" clId="{61EA955A-9296-4EF8-B60E-DFF132B11045}" dt="2023-03-08T08:49:05.452" v="3037" actId="47"/>
        <pc:sldMkLst>
          <pc:docMk/>
          <pc:sldMk cId="3084972071" sldId="294"/>
        </pc:sldMkLst>
      </pc:sldChg>
      <pc:sldChg chg="addSp delSp modSp new mod">
        <pc:chgData name="Coen Timothy Adler" userId="98d723c6-18f8-4f3c-8cf0-c2e46e04df0e" providerId="ADAL" clId="{61EA955A-9296-4EF8-B60E-DFF132B11045}" dt="2023-03-08T07:29:12.309" v="1318" actId="478"/>
        <pc:sldMkLst>
          <pc:docMk/>
          <pc:sldMk cId="1472216248" sldId="295"/>
        </pc:sldMkLst>
        <pc:spChg chg="mod">
          <ac:chgData name="Coen Timothy Adler" userId="98d723c6-18f8-4f3c-8cf0-c2e46e04df0e" providerId="ADAL" clId="{61EA955A-9296-4EF8-B60E-DFF132B11045}" dt="2023-03-08T06:57:42.687" v="94" actId="20577"/>
          <ac:spMkLst>
            <pc:docMk/>
            <pc:sldMk cId="1472216248" sldId="295"/>
            <ac:spMk id="2" creationId="{8CD74F95-9752-917A-04B7-5D1ED0339A7F}"/>
          </ac:spMkLst>
        </pc:spChg>
        <pc:spChg chg="del">
          <ac:chgData name="Coen Timothy Adler" userId="98d723c6-18f8-4f3c-8cf0-c2e46e04df0e" providerId="ADAL" clId="{61EA955A-9296-4EF8-B60E-DFF132B11045}" dt="2023-03-08T06:57:46.141" v="95" actId="478"/>
          <ac:spMkLst>
            <pc:docMk/>
            <pc:sldMk cId="1472216248" sldId="295"/>
            <ac:spMk id="3" creationId="{C7EFA1C2-0E3A-684D-CC65-91B09A8C054A}"/>
          </ac:spMkLst>
        </pc:spChg>
        <pc:spChg chg="del">
          <ac:chgData name="Coen Timothy Adler" userId="98d723c6-18f8-4f3c-8cf0-c2e46e04df0e" providerId="ADAL" clId="{61EA955A-9296-4EF8-B60E-DFF132B11045}" dt="2023-03-08T06:57:46.141" v="95" actId="478"/>
          <ac:spMkLst>
            <pc:docMk/>
            <pc:sldMk cId="1472216248" sldId="295"/>
            <ac:spMk id="4" creationId="{943275D8-ED0E-5BB1-049B-2C8C9A2017E1}"/>
          </ac:spMkLst>
        </pc:spChg>
        <pc:spChg chg="del">
          <ac:chgData name="Coen Timothy Adler" userId="98d723c6-18f8-4f3c-8cf0-c2e46e04df0e" providerId="ADAL" clId="{61EA955A-9296-4EF8-B60E-DFF132B11045}" dt="2023-03-08T06:57:46.141" v="95" actId="478"/>
          <ac:spMkLst>
            <pc:docMk/>
            <pc:sldMk cId="1472216248" sldId="295"/>
            <ac:spMk id="5" creationId="{5BEC1B19-6794-DFA2-DD8C-0472F27D9978}"/>
          </ac:spMkLst>
        </pc:spChg>
        <pc:spChg chg="del">
          <ac:chgData name="Coen Timothy Adler" userId="98d723c6-18f8-4f3c-8cf0-c2e46e04df0e" providerId="ADAL" clId="{61EA955A-9296-4EF8-B60E-DFF132B11045}" dt="2023-03-08T06:57:46.141" v="95" actId="478"/>
          <ac:spMkLst>
            <pc:docMk/>
            <pc:sldMk cId="1472216248" sldId="295"/>
            <ac:spMk id="6" creationId="{73076304-35A2-9083-3CFD-3E588A6DFE46}"/>
          </ac:spMkLst>
        </pc:spChg>
        <pc:spChg chg="del">
          <ac:chgData name="Coen Timothy Adler" userId="98d723c6-18f8-4f3c-8cf0-c2e46e04df0e" providerId="ADAL" clId="{61EA955A-9296-4EF8-B60E-DFF132B11045}" dt="2023-03-08T06:57:46.141" v="95" actId="478"/>
          <ac:spMkLst>
            <pc:docMk/>
            <pc:sldMk cId="1472216248" sldId="295"/>
            <ac:spMk id="7" creationId="{E6E7CE06-4347-36FF-54BC-D58F92DD2A91}"/>
          </ac:spMkLst>
        </pc:spChg>
        <pc:spChg chg="del">
          <ac:chgData name="Coen Timothy Adler" userId="98d723c6-18f8-4f3c-8cf0-c2e46e04df0e" providerId="ADAL" clId="{61EA955A-9296-4EF8-B60E-DFF132B11045}" dt="2023-03-08T06:57:46.141" v="95" actId="478"/>
          <ac:spMkLst>
            <pc:docMk/>
            <pc:sldMk cId="1472216248" sldId="295"/>
            <ac:spMk id="8" creationId="{5D6AF257-5AA5-AE21-712A-0236AE29D64C}"/>
          </ac:spMkLst>
        </pc:spChg>
        <pc:spChg chg="del">
          <ac:chgData name="Coen Timothy Adler" userId="98d723c6-18f8-4f3c-8cf0-c2e46e04df0e" providerId="ADAL" clId="{61EA955A-9296-4EF8-B60E-DFF132B11045}" dt="2023-03-08T06:57:47.939" v="96" actId="478"/>
          <ac:spMkLst>
            <pc:docMk/>
            <pc:sldMk cId="1472216248" sldId="295"/>
            <ac:spMk id="9" creationId="{746490CB-AF5B-8E2B-F06E-109767475885}"/>
          </ac:spMkLst>
        </pc:spChg>
        <pc:spChg chg="del">
          <ac:chgData name="Coen Timothy Adler" userId="98d723c6-18f8-4f3c-8cf0-c2e46e04df0e" providerId="ADAL" clId="{61EA955A-9296-4EF8-B60E-DFF132B11045}" dt="2023-03-08T06:57:46.141" v="95" actId="478"/>
          <ac:spMkLst>
            <pc:docMk/>
            <pc:sldMk cId="1472216248" sldId="295"/>
            <ac:spMk id="10" creationId="{97F7F4E4-492F-6AC2-A683-A014BE1E11A1}"/>
          </ac:spMkLst>
        </pc:spChg>
        <pc:spChg chg="del">
          <ac:chgData name="Coen Timothy Adler" userId="98d723c6-18f8-4f3c-8cf0-c2e46e04df0e" providerId="ADAL" clId="{61EA955A-9296-4EF8-B60E-DFF132B11045}" dt="2023-03-08T06:57:46.141" v="95" actId="478"/>
          <ac:spMkLst>
            <pc:docMk/>
            <pc:sldMk cId="1472216248" sldId="295"/>
            <ac:spMk id="11" creationId="{4749FE4B-C80F-95F9-80CF-852B1FB0824B}"/>
          </ac:spMkLst>
        </pc:spChg>
        <pc:spChg chg="add del mod">
          <ac:chgData name="Coen Timothy Adler" userId="98d723c6-18f8-4f3c-8cf0-c2e46e04df0e" providerId="ADAL" clId="{61EA955A-9296-4EF8-B60E-DFF132B11045}" dt="2023-03-08T07:29:11.508" v="1317" actId="478"/>
          <ac:spMkLst>
            <pc:docMk/>
            <pc:sldMk cId="1472216248" sldId="295"/>
            <ac:spMk id="16" creationId="{DD691529-8457-DE3D-A177-80ECFF6D584D}"/>
          </ac:spMkLst>
        </pc:spChg>
        <pc:spChg chg="add del mod">
          <ac:chgData name="Coen Timothy Adler" userId="98d723c6-18f8-4f3c-8cf0-c2e46e04df0e" providerId="ADAL" clId="{61EA955A-9296-4EF8-B60E-DFF132B11045}" dt="2023-03-08T07:29:12.309" v="1318" actId="478"/>
          <ac:spMkLst>
            <pc:docMk/>
            <pc:sldMk cId="1472216248" sldId="295"/>
            <ac:spMk id="17" creationId="{76334575-03A3-5C3B-F2D9-D60CDBF96F48}"/>
          </ac:spMkLst>
        </pc:spChg>
        <pc:picChg chg="add mod ord">
          <ac:chgData name="Coen Timothy Adler" userId="98d723c6-18f8-4f3c-8cf0-c2e46e04df0e" providerId="ADAL" clId="{61EA955A-9296-4EF8-B60E-DFF132B11045}" dt="2023-03-08T07:00:10.972" v="107" actId="166"/>
          <ac:picMkLst>
            <pc:docMk/>
            <pc:sldMk cId="1472216248" sldId="295"/>
            <ac:picMk id="13" creationId="{FCB2E27A-638E-F2DF-3CE8-3AC3F252B766}"/>
          </ac:picMkLst>
        </pc:picChg>
        <pc:picChg chg="add mod modCrop">
          <ac:chgData name="Coen Timothy Adler" userId="98d723c6-18f8-4f3c-8cf0-c2e46e04df0e" providerId="ADAL" clId="{61EA955A-9296-4EF8-B60E-DFF132B11045}" dt="2023-03-08T07:00:32.046" v="132" actId="1036"/>
          <ac:picMkLst>
            <pc:docMk/>
            <pc:sldMk cId="1472216248" sldId="295"/>
            <ac:picMk id="15" creationId="{51DFD8CE-5467-79FF-FAEF-80DEBBE354BC}"/>
          </ac:picMkLst>
        </pc:picChg>
      </pc:sldChg>
      <pc:sldChg chg="addSp delSp modSp add mod">
        <pc:chgData name="Coen Timothy Adler" userId="98d723c6-18f8-4f3c-8cf0-c2e46e04df0e" providerId="ADAL" clId="{61EA955A-9296-4EF8-B60E-DFF132B11045}" dt="2023-03-08T07:29:14.632" v="1320" actId="478"/>
        <pc:sldMkLst>
          <pc:docMk/>
          <pc:sldMk cId="2287557273" sldId="296"/>
        </pc:sldMkLst>
        <pc:spChg chg="mod">
          <ac:chgData name="Coen Timothy Adler" userId="98d723c6-18f8-4f3c-8cf0-c2e46e04df0e" providerId="ADAL" clId="{61EA955A-9296-4EF8-B60E-DFF132B11045}" dt="2023-03-08T07:00:59.626" v="164" actId="20577"/>
          <ac:spMkLst>
            <pc:docMk/>
            <pc:sldMk cId="2287557273" sldId="296"/>
            <ac:spMk id="2" creationId="{8CD74F95-9752-917A-04B7-5D1ED0339A7F}"/>
          </ac:spMkLst>
        </pc:spChg>
        <pc:spChg chg="add del mod">
          <ac:chgData name="Coen Timothy Adler" userId="98d723c6-18f8-4f3c-8cf0-c2e46e04df0e" providerId="ADAL" clId="{61EA955A-9296-4EF8-B60E-DFF132B11045}" dt="2023-03-08T07:29:13.639" v="1319" actId="478"/>
          <ac:spMkLst>
            <pc:docMk/>
            <pc:sldMk cId="2287557273" sldId="296"/>
            <ac:spMk id="11" creationId="{FBDEB5D0-7FC6-2127-4F5C-A34872A467CC}"/>
          </ac:spMkLst>
        </pc:spChg>
        <pc:spChg chg="add del mod">
          <ac:chgData name="Coen Timothy Adler" userId="98d723c6-18f8-4f3c-8cf0-c2e46e04df0e" providerId="ADAL" clId="{61EA955A-9296-4EF8-B60E-DFF132B11045}" dt="2023-03-08T07:29:14.632" v="1320" actId="478"/>
          <ac:spMkLst>
            <pc:docMk/>
            <pc:sldMk cId="2287557273" sldId="296"/>
            <ac:spMk id="12" creationId="{3E2777E9-3E21-EC35-5ED4-6D0D8ECBC614}"/>
          </ac:spMkLst>
        </pc:spChg>
        <pc:picChg chg="add del mod">
          <ac:chgData name="Coen Timothy Adler" userId="98d723c6-18f8-4f3c-8cf0-c2e46e04df0e" providerId="ADAL" clId="{61EA955A-9296-4EF8-B60E-DFF132B11045}" dt="2023-03-08T07:09:39.564" v="527" actId="478"/>
          <ac:picMkLst>
            <pc:docMk/>
            <pc:sldMk cId="2287557273" sldId="296"/>
            <ac:picMk id="4" creationId="{B285EADB-D238-869C-A9C7-E3944014B3E7}"/>
          </ac:picMkLst>
        </pc:picChg>
        <pc:picChg chg="add del mod">
          <ac:chgData name="Coen Timothy Adler" userId="98d723c6-18f8-4f3c-8cf0-c2e46e04df0e" providerId="ADAL" clId="{61EA955A-9296-4EF8-B60E-DFF132B11045}" dt="2023-03-08T07:09:18.694" v="526" actId="478"/>
          <ac:picMkLst>
            <pc:docMk/>
            <pc:sldMk cId="2287557273" sldId="296"/>
            <ac:picMk id="6" creationId="{AFA3D2B6-5572-D8BA-12B9-B950643E9A92}"/>
          </ac:picMkLst>
        </pc:picChg>
        <pc:picChg chg="add del">
          <ac:chgData name="Coen Timothy Adler" userId="98d723c6-18f8-4f3c-8cf0-c2e46e04df0e" providerId="ADAL" clId="{61EA955A-9296-4EF8-B60E-DFF132B11045}" dt="2023-03-08T07:11:40.110" v="629" actId="478"/>
          <ac:picMkLst>
            <pc:docMk/>
            <pc:sldMk cId="2287557273" sldId="296"/>
            <ac:picMk id="8" creationId="{5C1B3C59-256D-BE4A-3057-E3F646B93C9C}"/>
          </ac:picMkLst>
        </pc:picChg>
        <pc:picChg chg="add">
          <ac:chgData name="Coen Timothy Adler" userId="98d723c6-18f8-4f3c-8cf0-c2e46e04df0e" providerId="ADAL" clId="{61EA955A-9296-4EF8-B60E-DFF132B11045}" dt="2023-03-08T07:11:40.219" v="630" actId="22"/>
          <ac:picMkLst>
            <pc:docMk/>
            <pc:sldMk cId="2287557273" sldId="296"/>
            <ac:picMk id="10" creationId="{B732BA22-7223-D6BD-FE53-BE3AC2EC1184}"/>
          </ac:picMkLst>
        </pc:picChg>
        <pc:picChg chg="del">
          <ac:chgData name="Coen Timothy Adler" userId="98d723c6-18f8-4f3c-8cf0-c2e46e04df0e" providerId="ADAL" clId="{61EA955A-9296-4EF8-B60E-DFF132B11045}" dt="2023-03-08T07:02:31.519" v="165" actId="478"/>
          <ac:picMkLst>
            <pc:docMk/>
            <pc:sldMk cId="2287557273" sldId="296"/>
            <ac:picMk id="13" creationId="{FCB2E27A-638E-F2DF-3CE8-3AC3F252B766}"/>
          </ac:picMkLst>
        </pc:picChg>
        <pc:picChg chg="del">
          <ac:chgData name="Coen Timothy Adler" userId="98d723c6-18f8-4f3c-8cf0-c2e46e04df0e" providerId="ADAL" clId="{61EA955A-9296-4EF8-B60E-DFF132B11045}" dt="2023-03-08T07:02:31.519" v="165" actId="478"/>
          <ac:picMkLst>
            <pc:docMk/>
            <pc:sldMk cId="2287557273" sldId="296"/>
            <ac:picMk id="15" creationId="{51DFD8CE-5467-79FF-FAEF-80DEBBE354BC}"/>
          </ac:picMkLst>
        </pc:picChg>
      </pc:sldChg>
      <pc:sldChg chg="modSp add del mod">
        <pc:chgData name="Coen Timothy Adler" userId="98d723c6-18f8-4f3c-8cf0-c2e46e04df0e" providerId="ADAL" clId="{61EA955A-9296-4EF8-B60E-DFF132B11045}" dt="2023-03-08T07:10:09.872" v="535" actId="47"/>
        <pc:sldMkLst>
          <pc:docMk/>
          <pc:sldMk cId="1927893264" sldId="297"/>
        </pc:sldMkLst>
        <pc:spChg chg="mod">
          <ac:chgData name="Coen Timothy Adler" userId="98d723c6-18f8-4f3c-8cf0-c2e46e04df0e" providerId="ADAL" clId="{61EA955A-9296-4EF8-B60E-DFF132B11045}" dt="2023-03-08T07:04:19.642" v="180" actId="20577"/>
          <ac:spMkLst>
            <pc:docMk/>
            <pc:sldMk cId="1927893264" sldId="297"/>
            <ac:spMk id="2" creationId="{5CE54ABB-4929-4810-950B-2DAEA0A5BAB4}"/>
          </ac:spMkLst>
        </pc:spChg>
        <pc:spChg chg="mod">
          <ac:chgData name="Coen Timothy Adler" userId="98d723c6-18f8-4f3c-8cf0-c2e46e04df0e" providerId="ADAL" clId="{61EA955A-9296-4EF8-B60E-DFF132B11045}" dt="2023-03-08T07:05:00.443" v="184" actId="2710"/>
          <ac:spMkLst>
            <pc:docMk/>
            <pc:sldMk cId="1927893264" sldId="297"/>
            <ac:spMk id="27" creationId="{DA7761F1-9258-018D-B3D0-3CB7B2CFE2EC}"/>
          </ac:spMkLst>
        </pc:spChg>
      </pc:sldChg>
      <pc:sldChg chg="add del">
        <pc:chgData name="Coen Timothy Adler" userId="98d723c6-18f8-4f3c-8cf0-c2e46e04df0e" providerId="ADAL" clId="{61EA955A-9296-4EF8-B60E-DFF132B11045}" dt="2023-03-08T07:10:09.872" v="535" actId="47"/>
        <pc:sldMkLst>
          <pc:docMk/>
          <pc:sldMk cId="2693438128" sldId="298"/>
        </pc:sldMkLst>
      </pc:sldChg>
      <pc:sldChg chg="add del">
        <pc:chgData name="Coen Timothy Adler" userId="98d723c6-18f8-4f3c-8cf0-c2e46e04df0e" providerId="ADAL" clId="{61EA955A-9296-4EF8-B60E-DFF132B11045}" dt="2023-03-08T07:10:09.872" v="535" actId="47"/>
        <pc:sldMkLst>
          <pc:docMk/>
          <pc:sldMk cId="3292106762" sldId="299"/>
        </pc:sldMkLst>
      </pc:sldChg>
      <pc:sldChg chg="add del">
        <pc:chgData name="Coen Timothy Adler" userId="98d723c6-18f8-4f3c-8cf0-c2e46e04df0e" providerId="ADAL" clId="{61EA955A-9296-4EF8-B60E-DFF132B11045}" dt="2023-03-08T07:06:01.826" v="203"/>
        <pc:sldMkLst>
          <pc:docMk/>
          <pc:sldMk cId="3439524452" sldId="300"/>
        </pc:sldMkLst>
      </pc:sldChg>
      <pc:sldChg chg="addSp delSp modSp add mod ord chgLayout">
        <pc:chgData name="Coen Timothy Adler" userId="98d723c6-18f8-4f3c-8cf0-c2e46e04df0e" providerId="ADAL" clId="{61EA955A-9296-4EF8-B60E-DFF132B11045}" dt="2023-03-08T07:08:41.286" v="523" actId="1076"/>
        <pc:sldMkLst>
          <pc:docMk/>
          <pc:sldMk cId="4273736886" sldId="300"/>
        </pc:sldMkLst>
        <pc:spChg chg="mod ord">
          <ac:chgData name="Coen Timothy Adler" userId="98d723c6-18f8-4f3c-8cf0-c2e46e04df0e" providerId="ADAL" clId="{61EA955A-9296-4EF8-B60E-DFF132B11045}" dt="2023-03-08T07:07:54.824" v="510" actId="700"/>
          <ac:spMkLst>
            <pc:docMk/>
            <pc:sldMk cId="4273736886" sldId="300"/>
            <ac:spMk id="2" creationId="{5CE54ABB-4929-4810-950B-2DAEA0A5BAB4}"/>
          </ac:spMkLst>
        </pc:spChg>
        <pc:spChg chg="add mod ord">
          <ac:chgData name="Coen Timothy Adler" userId="98d723c6-18f8-4f3c-8cf0-c2e46e04df0e" providerId="ADAL" clId="{61EA955A-9296-4EF8-B60E-DFF132B11045}" dt="2023-03-08T07:08:15.078" v="520" actId="20577"/>
          <ac:spMkLst>
            <pc:docMk/>
            <pc:sldMk cId="4273736886" sldId="300"/>
            <ac:spMk id="3" creationId="{46E9BC00-84A9-6B89-9B6E-44E96C680736}"/>
          </ac:spMkLst>
        </pc:spChg>
        <pc:spChg chg="del">
          <ac:chgData name="Coen Timothy Adler" userId="98d723c6-18f8-4f3c-8cf0-c2e46e04df0e" providerId="ADAL" clId="{61EA955A-9296-4EF8-B60E-DFF132B11045}" dt="2023-03-08T07:06:17.595" v="232" actId="478"/>
          <ac:spMkLst>
            <pc:docMk/>
            <pc:sldMk cId="4273736886" sldId="300"/>
            <ac:spMk id="25" creationId="{F2ED2A1D-D8E6-C493-63E9-620797364C33}"/>
          </ac:spMkLst>
        </pc:spChg>
        <pc:spChg chg="del mod">
          <ac:chgData name="Coen Timothy Adler" userId="98d723c6-18f8-4f3c-8cf0-c2e46e04df0e" providerId="ADAL" clId="{61EA955A-9296-4EF8-B60E-DFF132B11045}" dt="2023-03-08T07:08:00.493" v="513" actId="478"/>
          <ac:spMkLst>
            <pc:docMk/>
            <pc:sldMk cId="4273736886" sldId="300"/>
            <ac:spMk id="27" creationId="{DA7761F1-9258-018D-B3D0-3CB7B2CFE2EC}"/>
          </ac:spMkLst>
        </pc:spChg>
        <pc:picChg chg="add mod">
          <ac:chgData name="Coen Timothy Adler" userId="98d723c6-18f8-4f3c-8cf0-c2e46e04df0e" providerId="ADAL" clId="{61EA955A-9296-4EF8-B60E-DFF132B11045}" dt="2023-03-08T07:08:41.286" v="523" actId="1076"/>
          <ac:picMkLst>
            <pc:docMk/>
            <pc:sldMk cId="4273736886" sldId="300"/>
            <ac:picMk id="3074" creationId="{A7F0F0AC-B663-FA79-09AE-A1EEBDB20502}"/>
          </ac:picMkLst>
        </pc:picChg>
      </pc:sldChg>
      <pc:sldChg chg="add del">
        <pc:chgData name="Coen Timothy Adler" userId="98d723c6-18f8-4f3c-8cf0-c2e46e04df0e" providerId="ADAL" clId="{61EA955A-9296-4EF8-B60E-DFF132B11045}" dt="2023-03-08T07:10:08.750" v="534"/>
        <pc:sldMkLst>
          <pc:docMk/>
          <pc:sldMk cId="1916933942" sldId="301"/>
        </pc:sldMkLst>
      </pc:sldChg>
      <pc:sldChg chg="add del">
        <pc:chgData name="Coen Timothy Adler" userId="98d723c6-18f8-4f3c-8cf0-c2e46e04df0e" providerId="ADAL" clId="{61EA955A-9296-4EF8-B60E-DFF132B11045}" dt="2023-03-08T07:10:02.009" v="531"/>
        <pc:sldMkLst>
          <pc:docMk/>
          <pc:sldMk cId="2906476053" sldId="301"/>
        </pc:sldMkLst>
      </pc:sldChg>
      <pc:sldChg chg="addSp delSp modSp add mod">
        <pc:chgData name="Coen Timothy Adler" userId="98d723c6-18f8-4f3c-8cf0-c2e46e04df0e" providerId="ADAL" clId="{61EA955A-9296-4EF8-B60E-DFF132B11045}" dt="2023-03-08T07:16:26.889" v="1032" actId="1076"/>
        <pc:sldMkLst>
          <pc:docMk/>
          <pc:sldMk cId="3653230311" sldId="301"/>
        </pc:sldMkLst>
        <pc:spChg chg="mod">
          <ac:chgData name="Coen Timothy Adler" userId="98d723c6-18f8-4f3c-8cf0-c2e46e04df0e" providerId="ADAL" clId="{61EA955A-9296-4EF8-B60E-DFF132B11045}" dt="2023-03-08T07:10:28.203" v="551" actId="6549"/>
          <ac:spMkLst>
            <pc:docMk/>
            <pc:sldMk cId="3653230311" sldId="301"/>
            <ac:spMk id="2" creationId="{5CE54ABB-4929-4810-950B-2DAEA0A5BAB4}"/>
          </ac:spMkLst>
        </pc:spChg>
        <pc:spChg chg="mod">
          <ac:chgData name="Coen Timothy Adler" userId="98d723c6-18f8-4f3c-8cf0-c2e46e04df0e" providerId="ADAL" clId="{61EA955A-9296-4EF8-B60E-DFF132B11045}" dt="2023-03-08T07:14:23.813" v="918" actId="5793"/>
          <ac:spMkLst>
            <pc:docMk/>
            <pc:sldMk cId="3653230311" sldId="301"/>
            <ac:spMk id="3" creationId="{46E9BC00-84A9-6B89-9B6E-44E96C680736}"/>
          </ac:spMkLst>
        </pc:spChg>
        <pc:picChg chg="del">
          <ac:chgData name="Coen Timothy Adler" userId="98d723c6-18f8-4f3c-8cf0-c2e46e04df0e" providerId="ADAL" clId="{61EA955A-9296-4EF8-B60E-DFF132B11045}" dt="2023-03-08T07:16:16.830" v="1028" actId="478"/>
          <ac:picMkLst>
            <pc:docMk/>
            <pc:sldMk cId="3653230311" sldId="301"/>
            <ac:picMk id="3074" creationId="{A7F0F0AC-B663-FA79-09AE-A1EEBDB20502}"/>
          </ac:picMkLst>
        </pc:picChg>
        <pc:picChg chg="add mod">
          <ac:chgData name="Coen Timothy Adler" userId="98d723c6-18f8-4f3c-8cf0-c2e46e04df0e" providerId="ADAL" clId="{61EA955A-9296-4EF8-B60E-DFF132B11045}" dt="2023-03-08T07:16:26.889" v="1032" actId="1076"/>
          <ac:picMkLst>
            <pc:docMk/>
            <pc:sldMk cId="3653230311" sldId="301"/>
            <ac:picMk id="4098" creationId="{F05CF6EB-A778-00E2-D46E-133D516732AC}"/>
          </ac:picMkLst>
        </pc:picChg>
      </pc:sldChg>
      <pc:sldChg chg="add del">
        <pc:chgData name="Coen Timothy Adler" userId="98d723c6-18f8-4f3c-8cf0-c2e46e04df0e" providerId="ADAL" clId="{61EA955A-9296-4EF8-B60E-DFF132B11045}" dt="2023-03-08T07:10:02.009" v="531"/>
        <pc:sldMkLst>
          <pc:docMk/>
          <pc:sldMk cId="1752183381" sldId="302"/>
        </pc:sldMkLst>
      </pc:sldChg>
      <pc:sldChg chg="add del">
        <pc:chgData name="Coen Timothy Adler" userId="98d723c6-18f8-4f3c-8cf0-c2e46e04df0e" providerId="ADAL" clId="{61EA955A-9296-4EF8-B60E-DFF132B11045}" dt="2023-03-08T07:10:08.750" v="534"/>
        <pc:sldMkLst>
          <pc:docMk/>
          <pc:sldMk cId="2754660242" sldId="302"/>
        </pc:sldMkLst>
      </pc:sldChg>
      <pc:sldChg chg="modSp add mod">
        <pc:chgData name="Coen Timothy Adler" userId="98d723c6-18f8-4f3c-8cf0-c2e46e04df0e" providerId="ADAL" clId="{61EA955A-9296-4EF8-B60E-DFF132B11045}" dt="2023-03-08T07:25:13.151" v="1251" actId="20577"/>
        <pc:sldMkLst>
          <pc:docMk/>
          <pc:sldMk cId="4095846391" sldId="302"/>
        </pc:sldMkLst>
        <pc:spChg chg="mod">
          <ac:chgData name="Coen Timothy Adler" userId="98d723c6-18f8-4f3c-8cf0-c2e46e04df0e" providerId="ADAL" clId="{61EA955A-9296-4EF8-B60E-DFF132B11045}" dt="2023-03-08T07:16:40.178" v="1046" actId="20577"/>
          <ac:spMkLst>
            <pc:docMk/>
            <pc:sldMk cId="4095846391" sldId="302"/>
            <ac:spMk id="2" creationId="{5CE54ABB-4929-4810-950B-2DAEA0A5BAB4}"/>
          </ac:spMkLst>
        </pc:spChg>
        <pc:spChg chg="mod">
          <ac:chgData name="Coen Timothy Adler" userId="98d723c6-18f8-4f3c-8cf0-c2e46e04df0e" providerId="ADAL" clId="{61EA955A-9296-4EF8-B60E-DFF132B11045}" dt="2023-03-08T07:16:59.616" v="1052" actId="404"/>
          <ac:spMkLst>
            <pc:docMk/>
            <pc:sldMk cId="4095846391" sldId="302"/>
            <ac:spMk id="25" creationId="{F2ED2A1D-D8E6-C493-63E9-620797364C33}"/>
          </ac:spMkLst>
        </pc:spChg>
        <pc:spChg chg="mod">
          <ac:chgData name="Coen Timothy Adler" userId="98d723c6-18f8-4f3c-8cf0-c2e46e04df0e" providerId="ADAL" clId="{61EA955A-9296-4EF8-B60E-DFF132B11045}" dt="2023-03-08T07:25:13.151" v="1251" actId="20577"/>
          <ac:spMkLst>
            <pc:docMk/>
            <pc:sldMk cId="4095846391" sldId="302"/>
            <ac:spMk id="27" creationId="{DA7761F1-9258-018D-B3D0-3CB7B2CFE2EC}"/>
          </ac:spMkLst>
        </pc:spChg>
      </pc:sldChg>
      <pc:sldChg chg="add del">
        <pc:chgData name="Coen Timothy Adler" userId="98d723c6-18f8-4f3c-8cf0-c2e46e04df0e" providerId="ADAL" clId="{61EA955A-9296-4EF8-B60E-DFF132B11045}" dt="2023-03-08T07:10:08.750" v="534"/>
        <pc:sldMkLst>
          <pc:docMk/>
          <pc:sldMk cId="1217761792" sldId="303"/>
        </pc:sldMkLst>
      </pc:sldChg>
      <pc:sldChg chg="add del">
        <pc:chgData name="Coen Timothy Adler" userId="98d723c6-18f8-4f3c-8cf0-c2e46e04df0e" providerId="ADAL" clId="{61EA955A-9296-4EF8-B60E-DFF132B11045}" dt="2023-03-08T07:10:02.009" v="531"/>
        <pc:sldMkLst>
          <pc:docMk/>
          <pc:sldMk cId="3314962661" sldId="303"/>
        </pc:sldMkLst>
      </pc:sldChg>
      <pc:sldChg chg="addSp delSp modSp add mod">
        <pc:chgData name="Coen Timothy Adler" userId="98d723c6-18f8-4f3c-8cf0-c2e46e04df0e" providerId="ADAL" clId="{61EA955A-9296-4EF8-B60E-DFF132B11045}" dt="2023-03-08T07:30:13.198" v="1330" actId="164"/>
        <pc:sldMkLst>
          <pc:docMk/>
          <pc:sldMk cId="3638353944" sldId="303"/>
        </pc:sldMkLst>
        <pc:spChg chg="mod">
          <ac:chgData name="Coen Timothy Adler" userId="98d723c6-18f8-4f3c-8cf0-c2e46e04df0e" providerId="ADAL" clId="{61EA955A-9296-4EF8-B60E-DFF132B11045}" dt="2023-03-08T07:23:22.616" v="1074" actId="20577"/>
          <ac:spMkLst>
            <pc:docMk/>
            <pc:sldMk cId="3638353944" sldId="303"/>
            <ac:spMk id="2" creationId="{8CD74F95-9752-917A-04B7-5D1ED0339A7F}"/>
          </ac:spMkLst>
        </pc:spChg>
        <pc:spChg chg="add del mod">
          <ac:chgData name="Coen Timothy Adler" userId="98d723c6-18f8-4f3c-8cf0-c2e46e04df0e" providerId="ADAL" clId="{61EA955A-9296-4EF8-B60E-DFF132B11045}" dt="2023-03-08T07:29:16.689" v="1321" actId="478"/>
          <ac:spMkLst>
            <pc:docMk/>
            <pc:sldMk cId="3638353944" sldId="303"/>
            <ac:spMk id="5" creationId="{7A9CF22A-7A8F-4A21-7F7C-8FAA07A6C5F3}"/>
          </ac:spMkLst>
        </pc:spChg>
        <pc:grpChg chg="add mod">
          <ac:chgData name="Coen Timothy Adler" userId="98d723c6-18f8-4f3c-8cf0-c2e46e04df0e" providerId="ADAL" clId="{61EA955A-9296-4EF8-B60E-DFF132B11045}" dt="2023-03-08T07:30:13.198" v="1330" actId="164"/>
          <ac:grpSpMkLst>
            <pc:docMk/>
            <pc:sldMk cId="3638353944" sldId="303"/>
            <ac:grpSpMk id="7" creationId="{74195CDA-B186-CC17-F5D7-381920BC7568}"/>
          </ac:grpSpMkLst>
        </pc:grpChg>
        <pc:picChg chg="add mod modCrop">
          <ac:chgData name="Coen Timothy Adler" userId="98d723c6-18f8-4f3c-8cf0-c2e46e04df0e" providerId="ADAL" clId="{61EA955A-9296-4EF8-B60E-DFF132B11045}" dt="2023-03-08T07:30:13.198" v="1330" actId="164"/>
          <ac:picMkLst>
            <pc:docMk/>
            <pc:sldMk cId="3638353944" sldId="303"/>
            <ac:picMk id="4" creationId="{4E764F59-37C5-8111-A283-92B0E1CB8572}"/>
          </ac:picMkLst>
        </pc:picChg>
        <pc:picChg chg="add mod modCrop">
          <ac:chgData name="Coen Timothy Adler" userId="98d723c6-18f8-4f3c-8cf0-c2e46e04df0e" providerId="ADAL" clId="{61EA955A-9296-4EF8-B60E-DFF132B11045}" dt="2023-03-08T07:30:13.198" v="1330" actId="164"/>
          <ac:picMkLst>
            <pc:docMk/>
            <pc:sldMk cId="3638353944" sldId="303"/>
            <ac:picMk id="6" creationId="{B8F80FAF-E4FC-C659-BE23-C3CB02BB4CAE}"/>
          </ac:picMkLst>
        </pc:picChg>
        <pc:picChg chg="del">
          <ac:chgData name="Coen Timothy Adler" userId="98d723c6-18f8-4f3c-8cf0-c2e46e04df0e" providerId="ADAL" clId="{61EA955A-9296-4EF8-B60E-DFF132B11045}" dt="2023-03-08T07:23:12.748" v="1053" actId="478"/>
          <ac:picMkLst>
            <pc:docMk/>
            <pc:sldMk cId="3638353944" sldId="303"/>
            <ac:picMk id="13" creationId="{FCB2E27A-638E-F2DF-3CE8-3AC3F252B766}"/>
          </ac:picMkLst>
        </pc:picChg>
        <pc:picChg chg="del">
          <ac:chgData name="Coen Timothy Adler" userId="98d723c6-18f8-4f3c-8cf0-c2e46e04df0e" providerId="ADAL" clId="{61EA955A-9296-4EF8-B60E-DFF132B11045}" dt="2023-03-08T07:23:12.748" v="1053" actId="478"/>
          <ac:picMkLst>
            <pc:docMk/>
            <pc:sldMk cId="3638353944" sldId="303"/>
            <ac:picMk id="15" creationId="{51DFD8CE-5467-79FF-FAEF-80DEBBE354BC}"/>
          </ac:picMkLst>
        </pc:picChg>
      </pc:sldChg>
      <pc:sldChg chg="add del">
        <pc:chgData name="Coen Timothy Adler" userId="98d723c6-18f8-4f3c-8cf0-c2e46e04df0e" providerId="ADAL" clId="{61EA955A-9296-4EF8-B60E-DFF132B11045}" dt="2023-03-08T07:10:02.009" v="531"/>
        <pc:sldMkLst>
          <pc:docMk/>
          <pc:sldMk cId="514604879" sldId="304"/>
        </pc:sldMkLst>
      </pc:sldChg>
      <pc:sldChg chg="add del">
        <pc:chgData name="Coen Timothy Adler" userId="98d723c6-18f8-4f3c-8cf0-c2e46e04df0e" providerId="ADAL" clId="{61EA955A-9296-4EF8-B60E-DFF132B11045}" dt="2023-03-08T07:10:08.750" v="534"/>
        <pc:sldMkLst>
          <pc:docMk/>
          <pc:sldMk cId="3578335662" sldId="304"/>
        </pc:sldMkLst>
      </pc:sldChg>
      <pc:sldChg chg="addSp delSp modSp add mod">
        <pc:chgData name="Coen Timothy Adler" userId="98d723c6-18f8-4f3c-8cf0-c2e46e04df0e" providerId="ADAL" clId="{61EA955A-9296-4EF8-B60E-DFF132B11045}" dt="2023-03-08T07:27:16.296" v="1287" actId="1076"/>
        <pc:sldMkLst>
          <pc:docMk/>
          <pc:sldMk cId="4043987688" sldId="304"/>
        </pc:sldMkLst>
        <pc:spChg chg="mod">
          <ac:chgData name="Coen Timothy Adler" userId="98d723c6-18f8-4f3c-8cf0-c2e46e04df0e" providerId="ADAL" clId="{61EA955A-9296-4EF8-B60E-DFF132B11045}" dt="2023-03-08T07:26:33.660" v="1279" actId="20577"/>
          <ac:spMkLst>
            <pc:docMk/>
            <pc:sldMk cId="4043987688" sldId="304"/>
            <ac:spMk id="2" creationId="{8CD74F95-9752-917A-04B7-5D1ED0339A7F}"/>
          </ac:spMkLst>
        </pc:spChg>
        <pc:grpChg chg="add mod">
          <ac:chgData name="Coen Timothy Adler" userId="98d723c6-18f8-4f3c-8cf0-c2e46e04df0e" providerId="ADAL" clId="{61EA955A-9296-4EF8-B60E-DFF132B11045}" dt="2023-03-08T07:27:16.296" v="1287" actId="1076"/>
          <ac:grpSpMkLst>
            <pc:docMk/>
            <pc:sldMk cId="4043987688" sldId="304"/>
            <ac:grpSpMk id="7" creationId="{502A956F-93C8-1404-4654-8986215D6913}"/>
          </ac:grpSpMkLst>
        </pc:grpChg>
        <pc:picChg chg="add mod">
          <ac:chgData name="Coen Timothy Adler" userId="98d723c6-18f8-4f3c-8cf0-c2e46e04df0e" providerId="ADAL" clId="{61EA955A-9296-4EF8-B60E-DFF132B11045}" dt="2023-03-08T07:27:09.571" v="1285" actId="164"/>
          <ac:picMkLst>
            <pc:docMk/>
            <pc:sldMk cId="4043987688" sldId="304"/>
            <ac:picMk id="4" creationId="{600E0D83-EA45-9D42-7A9B-51817BB91F79}"/>
          </ac:picMkLst>
        </pc:picChg>
        <pc:picChg chg="add mod">
          <ac:chgData name="Coen Timothy Adler" userId="98d723c6-18f8-4f3c-8cf0-c2e46e04df0e" providerId="ADAL" clId="{61EA955A-9296-4EF8-B60E-DFF132B11045}" dt="2023-03-08T07:27:09.571" v="1285" actId="164"/>
          <ac:picMkLst>
            <pc:docMk/>
            <pc:sldMk cId="4043987688" sldId="304"/>
            <ac:picMk id="6" creationId="{C87D948A-DF50-64BB-9437-80E5CCBB8ADF}"/>
          </ac:picMkLst>
        </pc:picChg>
        <pc:picChg chg="del">
          <ac:chgData name="Coen Timothy Adler" userId="98d723c6-18f8-4f3c-8cf0-c2e46e04df0e" providerId="ADAL" clId="{61EA955A-9296-4EF8-B60E-DFF132B11045}" dt="2023-03-08T07:26:10.680" v="1252" actId="478"/>
          <ac:picMkLst>
            <pc:docMk/>
            <pc:sldMk cId="4043987688" sldId="304"/>
            <ac:picMk id="8" creationId="{5C1B3C59-256D-BE4A-3057-E3F646B93C9C}"/>
          </ac:picMkLst>
        </pc:picChg>
      </pc:sldChg>
      <pc:sldChg chg="addSp delSp modSp add mod">
        <pc:chgData name="Coen Timothy Adler" userId="98d723c6-18f8-4f3c-8cf0-c2e46e04df0e" providerId="ADAL" clId="{61EA955A-9296-4EF8-B60E-DFF132B11045}" dt="2023-03-08T07:33:53.713" v="1551" actId="1076"/>
        <pc:sldMkLst>
          <pc:docMk/>
          <pc:sldMk cId="3453550364" sldId="305"/>
        </pc:sldMkLst>
        <pc:spChg chg="mod">
          <ac:chgData name="Coen Timothy Adler" userId="98d723c6-18f8-4f3c-8cf0-c2e46e04df0e" providerId="ADAL" clId="{61EA955A-9296-4EF8-B60E-DFF132B11045}" dt="2023-03-08T07:31:52.560" v="1363" actId="14100"/>
          <ac:spMkLst>
            <pc:docMk/>
            <pc:sldMk cId="3453550364" sldId="305"/>
            <ac:spMk id="2" creationId="{5CE54ABB-4929-4810-950B-2DAEA0A5BAB4}"/>
          </ac:spMkLst>
        </pc:spChg>
        <pc:spChg chg="mod">
          <ac:chgData name="Coen Timothy Adler" userId="98d723c6-18f8-4f3c-8cf0-c2e46e04df0e" providerId="ADAL" clId="{61EA955A-9296-4EF8-B60E-DFF132B11045}" dt="2023-03-08T07:32:51.225" v="1540" actId="20577"/>
          <ac:spMkLst>
            <pc:docMk/>
            <pc:sldMk cId="3453550364" sldId="305"/>
            <ac:spMk id="3" creationId="{46E9BC00-84A9-6B89-9B6E-44E96C680736}"/>
          </ac:spMkLst>
        </pc:spChg>
        <pc:picChg chg="del">
          <ac:chgData name="Coen Timothy Adler" userId="98d723c6-18f8-4f3c-8cf0-c2e46e04df0e" providerId="ADAL" clId="{61EA955A-9296-4EF8-B60E-DFF132B11045}" dt="2023-03-08T07:32:54.464" v="1541" actId="478"/>
          <ac:picMkLst>
            <pc:docMk/>
            <pc:sldMk cId="3453550364" sldId="305"/>
            <ac:picMk id="4098" creationId="{F05CF6EB-A778-00E2-D46E-133D516732AC}"/>
          </ac:picMkLst>
        </pc:picChg>
        <pc:picChg chg="add del">
          <ac:chgData name="Coen Timothy Adler" userId="98d723c6-18f8-4f3c-8cf0-c2e46e04df0e" providerId="ADAL" clId="{61EA955A-9296-4EF8-B60E-DFF132B11045}" dt="2023-03-08T07:33:30.787" v="1543"/>
          <ac:picMkLst>
            <pc:docMk/>
            <pc:sldMk cId="3453550364" sldId="305"/>
            <ac:picMk id="5122" creationId="{B7A95A54-F382-88A2-85B6-E4660E06AEAF}"/>
          </ac:picMkLst>
        </pc:picChg>
        <pc:picChg chg="add mod">
          <ac:chgData name="Coen Timothy Adler" userId="98d723c6-18f8-4f3c-8cf0-c2e46e04df0e" providerId="ADAL" clId="{61EA955A-9296-4EF8-B60E-DFF132B11045}" dt="2023-03-08T07:33:53.713" v="1551" actId="1076"/>
          <ac:picMkLst>
            <pc:docMk/>
            <pc:sldMk cId="3453550364" sldId="305"/>
            <ac:picMk id="5124" creationId="{2A76A464-BBA2-06AF-68A2-8FC74DA99BC9}"/>
          </ac:picMkLst>
        </pc:picChg>
      </pc:sldChg>
      <pc:sldChg chg="modSp add mod">
        <pc:chgData name="Coen Timothy Adler" userId="98d723c6-18f8-4f3c-8cf0-c2e46e04df0e" providerId="ADAL" clId="{61EA955A-9296-4EF8-B60E-DFF132B11045}" dt="2023-03-08T07:43:31.928" v="1843" actId="20577"/>
        <pc:sldMkLst>
          <pc:docMk/>
          <pc:sldMk cId="3591746523" sldId="306"/>
        </pc:sldMkLst>
        <pc:spChg chg="mod">
          <ac:chgData name="Coen Timothy Adler" userId="98d723c6-18f8-4f3c-8cf0-c2e46e04df0e" providerId="ADAL" clId="{61EA955A-9296-4EF8-B60E-DFF132B11045}" dt="2023-03-08T07:37:36.241" v="1597" actId="20577"/>
          <ac:spMkLst>
            <pc:docMk/>
            <pc:sldMk cId="3591746523" sldId="306"/>
            <ac:spMk id="2" creationId="{5CE54ABB-4929-4810-950B-2DAEA0A5BAB4}"/>
          </ac:spMkLst>
        </pc:spChg>
        <pc:spChg chg="mod">
          <ac:chgData name="Coen Timothy Adler" userId="98d723c6-18f8-4f3c-8cf0-c2e46e04df0e" providerId="ADAL" clId="{61EA955A-9296-4EF8-B60E-DFF132B11045}" dt="2023-03-08T07:43:31.928" v="1843" actId="20577"/>
          <ac:spMkLst>
            <pc:docMk/>
            <pc:sldMk cId="3591746523" sldId="306"/>
            <ac:spMk id="25" creationId="{F2ED2A1D-D8E6-C493-63E9-620797364C33}"/>
          </ac:spMkLst>
        </pc:spChg>
        <pc:spChg chg="mod">
          <ac:chgData name="Coen Timothy Adler" userId="98d723c6-18f8-4f3c-8cf0-c2e46e04df0e" providerId="ADAL" clId="{61EA955A-9296-4EF8-B60E-DFF132B11045}" dt="2023-03-08T07:43:30.293" v="1842" actId="20577"/>
          <ac:spMkLst>
            <pc:docMk/>
            <pc:sldMk cId="3591746523" sldId="306"/>
            <ac:spMk id="27" creationId="{DA7761F1-9258-018D-B3D0-3CB7B2CFE2EC}"/>
          </ac:spMkLst>
        </pc:spChg>
      </pc:sldChg>
      <pc:sldChg chg="addSp delSp modSp add mod">
        <pc:chgData name="Coen Timothy Adler" userId="98d723c6-18f8-4f3c-8cf0-c2e46e04df0e" providerId="ADAL" clId="{61EA955A-9296-4EF8-B60E-DFF132B11045}" dt="2023-03-08T07:52:16.931" v="1883" actId="1076"/>
        <pc:sldMkLst>
          <pc:docMk/>
          <pc:sldMk cId="822649075" sldId="307"/>
        </pc:sldMkLst>
        <pc:spChg chg="mod">
          <ac:chgData name="Coen Timothy Adler" userId="98d723c6-18f8-4f3c-8cf0-c2e46e04df0e" providerId="ADAL" clId="{61EA955A-9296-4EF8-B60E-DFF132B11045}" dt="2023-03-08T07:49:26.091" v="1848" actId="20577"/>
          <ac:spMkLst>
            <pc:docMk/>
            <pc:sldMk cId="822649075" sldId="307"/>
            <ac:spMk id="2" creationId="{8CD74F95-9752-917A-04B7-5D1ED0339A7F}"/>
          </ac:spMkLst>
        </pc:spChg>
        <pc:grpChg chg="del">
          <ac:chgData name="Coen Timothy Adler" userId="98d723c6-18f8-4f3c-8cf0-c2e46e04df0e" providerId="ADAL" clId="{61EA955A-9296-4EF8-B60E-DFF132B11045}" dt="2023-03-08T07:49:27.502" v="1849" actId="478"/>
          <ac:grpSpMkLst>
            <pc:docMk/>
            <pc:sldMk cId="822649075" sldId="307"/>
            <ac:grpSpMk id="7" creationId="{74195CDA-B186-CC17-F5D7-381920BC7568}"/>
          </ac:grpSpMkLst>
        </pc:grpChg>
        <pc:grpChg chg="add mod">
          <ac:chgData name="Coen Timothy Adler" userId="98d723c6-18f8-4f3c-8cf0-c2e46e04df0e" providerId="ADAL" clId="{61EA955A-9296-4EF8-B60E-DFF132B11045}" dt="2023-03-08T07:52:16.931" v="1883" actId="1076"/>
          <ac:grpSpMkLst>
            <pc:docMk/>
            <pc:sldMk cId="822649075" sldId="307"/>
            <ac:grpSpMk id="11" creationId="{61604739-57E1-E260-0713-B4037D233734}"/>
          </ac:grpSpMkLst>
        </pc:grpChg>
        <pc:picChg chg="add mod modCrop">
          <ac:chgData name="Coen Timothy Adler" userId="98d723c6-18f8-4f3c-8cf0-c2e46e04df0e" providerId="ADAL" clId="{61EA955A-9296-4EF8-B60E-DFF132B11045}" dt="2023-03-08T07:52:15.604" v="1882" actId="164"/>
          <ac:picMkLst>
            <pc:docMk/>
            <pc:sldMk cId="822649075" sldId="307"/>
            <ac:picMk id="5" creationId="{F43FB419-1964-F6D2-9BFB-BCD9CEEBC216}"/>
          </ac:picMkLst>
        </pc:picChg>
        <pc:picChg chg="add mod modCrop">
          <ac:chgData name="Coen Timothy Adler" userId="98d723c6-18f8-4f3c-8cf0-c2e46e04df0e" providerId="ADAL" clId="{61EA955A-9296-4EF8-B60E-DFF132B11045}" dt="2023-03-08T07:52:15.604" v="1882" actId="164"/>
          <ac:picMkLst>
            <pc:docMk/>
            <pc:sldMk cId="822649075" sldId="307"/>
            <ac:picMk id="8" creationId="{C53B63A6-2D4C-7EDC-32FB-92C50055D3EE}"/>
          </ac:picMkLst>
        </pc:picChg>
        <pc:picChg chg="add mod modCrop">
          <ac:chgData name="Coen Timothy Adler" userId="98d723c6-18f8-4f3c-8cf0-c2e46e04df0e" providerId="ADAL" clId="{61EA955A-9296-4EF8-B60E-DFF132B11045}" dt="2023-03-08T07:52:15.604" v="1882" actId="164"/>
          <ac:picMkLst>
            <pc:docMk/>
            <pc:sldMk cId="822649075" sldId="307"/>
            <ac:picMk id="9" creationId="{0BDD82D8-5371-4FCE-080C-630226F0BEA2}"/>
          </ac:picMkLst>
        </pc:picChg>
        <pc:picChg chg="add del mod modCrop">
          <ac:chgData name="Coen Timothy Adler" userId="98d723c6-18f8-4f3c-8cf0-c2e46e04df0e" providerId="ADAL" clId="{61EA955A-9296-4EF8-B60E-DFF132B11045}" dt="2023-03-08T07:51:26.232" v="1870" actId="21"/>
          <ac:picMkLst>
            <pc:docMk/>
            <pc:sldMk cId="822649075" sldId="307"/>
            <ac:picMk id="10" creationId="{C0D52558-4442-D66C-D7D8-561BEA051398}"/>
          </ac:picMkLst>
        </pc:picChg>
      </pc:sldChg>
      <pc:sldChg chg="addSp delSp modSp add mod">
        <pc:chgData name="Coen Timothy Adler" userId="98d723c6-18f8-4f3c-8cf0-c2e46e04df0e" providerId="ADAL" clId="{61EA955A-9296-4EF8-B60E-DFF132B11045}" dt="2023-03-08T07:55:17.991" v="1967" actId="20577"/>
        <pc:sldMkLst>
          <pc:docMk/>
          <pc:sldMk cId="2568788877" sldId="308"/>
        </pc:sldMkLst>
        <pc:spChg chg="mod">
          <ac:chgData name="Coen Timothy Adler" userId="98d723c6-18f8-4f3c-8cf0-c2e46e04df0e" providerId="ADAL" clId="{61EA955A-9296-4EF8-B60E-DFF132B11045}" dt="2023-03-08T07:55:17.991" v="1967" actId="20577"/>
          <ac:spMkLst>
            <pc:docMk/>
            <pc:sldMk cId="2568788877" sldId="308"/>
            <ac:spMk id="2" creationId="{8CD74F95-9752-917A-04B7-5D1ED0339A7F}"/>
          </ac:spMkLst>
        </pc:spChg>
        <pc:grpChg chg="del">
          <ac:chgData name="Coen Timothy Adler" userId="98d723c6-18f8-4f3c-8cf0-c2e46e04df0e" providerId="ADAL" clId="{61EA955A-9296-4EF8-B60E-DFF132B11045}" dt="2023-03-08T07:51:23.046" v="1868" actId="478"/>
          <ac:grpSpMkLst>
            <pc:docMk/>
            <pc:sldMk cId="2568788877" sldId="308"/>
            <ac:grpSpMk id="7" creationId="{502A956F-93C8-1404-4654-8986215D6913}"/>
          </ac:grpSpMkLst>
        </pc:grpChg>
        <pc:grpChg chg="add mod">
          <ac:chgData name="Coen Timothy Adler" userId="98d723c6-18f8-4f3c-8cf0-c2e46e04df0e" providerId="ADAL" clId="{61EA955A-9296-4EF8-B60E-DFF132B11045}" dt="2023-03-08T07:52:09.926" v="1879" actId="14100"/>
          <ac:grpSpMkLst>
            <pc:docMk/>
            <pc:sldMk cId="2568788877" sldId="308"/>
            <ac:grpSpMk id="8" creationId="{CA7C012E-5F93-2643-8E5C-3A7A8F97E482}"/>
          </ac:grpSpMkLst>
        </pc:grpChg>
        <pc:picChg chg="add mod modCrop">
          <ac:chgData name="Coen Timothy Adler" userId="98d723c6-18f8-4f3c-8cf0-c2e46e04df0e" providerId="ADAL" clId="{61EA955A-9296-4EF8-B60E-DFF132B11045}" dt="2023-03-08T07:51:54.306" v="1875" actId="164"/>
          <ac:picMkLst>
            <pc:docMk/>
            <pc:sldMk cId="2568788877" sldId="308"/>
            <ac:picMk id="3" creationId="{B9676B98-6613-4F41-8D28-E90C9E83C501}"/>
          </ac:picMkLst>
        </pc:picChg>
        <pc:picChg chg="add mod">
          <ac:chgData name="Coen Timothy Adler" userId="98d723c6-18f8-4f3c-8cf0-c2e46e04df0e" providerId="ADAL" clId="{61EA955A-9296-4EF8-B60E-DFF132B11045}" dt="2023-03-08T07:51:54.306" v="1875" actId="164"/>
          <ac:picMkLst>
            <pc:docMk/>
            <pc:sldMk cId="2568788877" sldId="308"/>
            <ac:picMk id="5" creationId="{D970967F-E28E-318E-1F5E-57C40990BEF6}"/>
          </ac:picMkLst>
        </pc:picChg>
      </pc:sldChg>
      <pc:sldChg chg="addSp delSp modSp add mod">
        <pc:chgData name="Coen Timothy Adler" userId="98d723c6-18f8-4f3c-8cf0-c2e46e04df0e" providerId="ADAL" clId="{61EA955A-9296-4EF8-B60E-DFF132B11045}" dt="2023-03-08T07:53:27.167" v="1945"/>
        <pc:sldMkLst>
          <pc:docMk/>
          <pc:sldMk cId="452776048" sldId="309"/>
        </pc:sldMkLst>
        <pc:spChg chg="mod">
          <ac:chgData name="Coen Timothy Adler" userId="98d723c6-18f8-4f3c-8cf0-c2e46e04df0e" providerId="ADAL" clId="{61EA955A-9296-4EF8-B60E-DFF132B11045}" dt="2023-03-08T07:41:30.173" v="1837" actId="1076"/>
          <ac:spMkLst>
            <pc:docMk/>
            <pc:sldMk cId="452776048" sldId="309"/>
            <ac:spMk id="2" creationId="{5CE54ABB-4929-4810-950B-2DAEA0A5BAB4}"/>
          </ac:spMkLst>
        </pc:spChg>
        <pc:spChg chg="add mod">
          <ac:chgData name="Coen Timothy Adler" userId="98d723c6-18f8-4f3c-8cf0-c2e46e04df0e" providerId="ADAL" clId="{61EA955A-9296-4EF8-B60E-DFF132B11045}" dt="2023-03-08T07:43:34.973" v="1845" actId="20577"/>
          <ac:spMkLst>
            <pc:docMk/>
            <pc:sldMk cId="452776048" sldId="309"/>
            <ac:spMk id="3" creationId="{D4303A01-3523-D31B-AFFD-39951FA7CABA}"/>
          </ac:spMkLst>
        </pc:spChg>
        <pc:spChg chg="add del mod">
          <ac:chgData name="Coen Timothy Adler" userId="98d723c6-18f8-4f3c-8cf0-c2e46e04df0e" providerId="ADAL" clId="{61EA955A-9296-4EF8-B60E-DFF132B11045}" dt="2023-03-08T07:43:34.197" v="1844" actId="20577"/>
          <ac:spMkLst>
            <pc:docMk/>
            <pc:sldMk cId="452776048" sldId="309"/>
            <ac:spMk id="25" creationId="{F2ED2A1D-D8E6-C493-63E9-620797364C33}"/>
          </ac:spMkLst>
        </pc:spChg>
        <pc:spChg chg="mod">
          <ac:chgData name="Coen Timothy Adler" userId="98d723c6-18f8-4f3c-8cf0-c2e46e04df0e" providerId="ADAL" clId="{61EA955A-9296-4EF8-B60E-DFF132B11045}" dt="2023-03-08T07:53:27.167" v="1945"/>
          <ac:spMkLst>
            <pc:docMk/>
            <pc:sldMk cId="452776048" sldId="309"/>
            <ac:spMk id="27" creationId="{DA7761F1-9258-018D-B3D0-3CB7B2CFE2EC}"/>
          </ac:spMkLst>
        </pc:spChg>
      </pc:sldChg>
      <pc:sldChg chg="add del">
        <pc:chgData name="Coen Timothy Adler" userId="98d723c6-18f8-4f3c-8cf0-c2e46e04df0e" providerId="ADAL" clId="{61EA955A-9296-4EF8-B60E-DFF132B11045}" dt="2023-03-08T08:02:58.821" v="1969"/>
        <pc:sldMkLst>
          <pc:docMk/>
          <pc:sldMk cId="4040742837" sldId="310"/>
        </pc:sldMkLst>
      </pc:sldChg>
      <pc:sldChg chg="add del">
        <pc:chgData name="Coen Timothy Adler" userId="98d723c6-18f8-4f3c-8cf0-c2e46e04df0e" providerId="ADAL" clId="{61EA955A-9296-4EF8-B60E-DFF132B11045}" dt="2023-03-08T08:03:15.564" v="1971" actId="47"/>
        <pc:sldMkLst>
          <pc:docMk/>
          <pc:sldMk cId="4158308072" sldId="310"/>
        </pc:sldMkLst>
      </pc:sldChg>
      <pc:sldChg chg="add del">
        <pc:chgData name="Coen Timothy Adler" userId="98d723c6-18f8-4f3c-8cf0-c2e46e04df0e" providerId="ADAL" clId="{61EA955A-9296-4EF8-B60E-DFF132B11045}" dt="2023-03-08T08:02:58.821" v="1969"/>
        <pc:sldMkLst>
          <pc:docMk/>
          <pc:sldMk cId="326698327" sldId="311"/>
        </pc:sldMkLst>
      </pc:sldChg>
      <pc:sldChg chg="addSp delSp modSp add mod">
        <pc:chgData name="Coen Timothy Adler" userId="98d723c6-18f8-4f3c-8cf0-c2e46e04df0e" providerId="ADAL" clId="{61EA955A-9296-4EF8-B60E-DFF132B11045}" dt="2023-03-08T08:19:10.297" v="2754" actId="207"/>
        <pc:sldMkLst>
          <pc:docMk/>
          <pc:sldMk cId="881761814" sldId="311"/>
        </pc:sldMkLst>
        <pc:spChg chg="mod">
          <ac:chgData name="Coen Timothy Adler" userId="98d723c6-18f8-4f3c-8cf0-c2e46e04df0e" providerId="ADAL" clId="{61EA955A-9296-4EF8-B60E-DFF132B11045}" dt="2023-03-08T08:03:20.381" v="1976" actId="20577"/>
          <ac:spMkLst>
            <pc:docMk/>
            <pc:sldMk cId="881761814" sldId="311"/>
            <ac:spMk id="2" creationId="{5CE54ABB-4929-4810-950B-2DAEA0A5BAB4}"/>
          </ac:spMkLst>
        </pc:spChg>
        <pc:spChg chg="mod">
          <ac:chgData name="Coen Timothy Adler" userId="98d723c6-18f8-4f3c-8cf0-c2e46e04df0e" providerId="ADAL" clId="{61EA955A-9296-4EF8-B60E-DFF132B11045}" dt="2023-03-08T08:06:00.172" v="2333" actId="20577"/>
          <ac:spMkLst>
            <pc:docMk/>
            <pc:sldMk cId="881761814" sldId="311"/>
            <ac:spMk id="3" creationId="{46E9BC00-84A9-6B89-9B6E-44E96C680736}"/>
          </ac:spMkLst>
        </pc:spChg>
        <pc:spChg chg="add mod">
          <ac:chgData name="Coen Timothy Adler" userId="98d723c6-18f8-4f3c-8cf0-c2e46e04df0e" providerId="ADAL" clId="{61EA955A-9296-4EF8-B60E-DFF132B11045}" dt="2023-03-08T08:19:10.297" v="2754" actId="207"/>
          <ac:spMkLst>
            <pc:docMk/>
            <pc:sldMk cId="881761814" sldId="311"/>
            <ac:spMk id="4" creationId="{65488712-15EC-1974-C06E-AFF87A7DF888}"/>
          </ac:spMkLst>
        </pc:spChg>
        <pc:picChg chg="del">
          <ac:chgData name="Coen Timothy Adler" userId="98d723c6-18f8-4f3c-8cf0-c2e46e04df0e" providerId="ADAL" clId="{61EA955A-9296-4EF8-B60E-DFF132B11045}" dt="2023-03-08T08:06:05.911" v="2334" actId="478"/>
          <ac:picMkLst>
            <pc:docMk/>
            <pc:sldMk cId="881761814" sldId="311"/>
            <ac:picMk id="5124" creationId="{2A76A464-BBA2-06AF-68A2-8FC74DA99BC9}"/>
          </ac:picMkLst>
        </pc:picChg>
        <pc:picChg chg="add mod">
          <ac:chgData name="Coen Timothy Adler" userId="98d723c6-18f8-4f3c-8cf0-c2e46e04df0e" providerId="ADAL" clId="{61EA955A-9296-4EF8-B60E-DFF132B11045}" dt="2023-03-08T08:06:27.471" v="2338" actId="1076"/>
          <ac:picMkLst>
            <pc:docMk/>
            <pc:sldMk cId="881761814" sldId="311"/>
            <ac:picMk id="6146" creationId="{0DA82969-C53B-4780-AFF2-4FE0A0C45A7C}"/>
          </ac:picMkLst>
        </pc:picChg>
      </pc:sldChg>
      <pc:sldChg chg="addSp modSp add mod">
        <pc:chgData name="Coen Timothy Adler" userId="98d723c6-18f8-4f3c-8cf0-c2e46e04df0e" providerId="ADAL" clId="{61EA955A-9296-4EF8-B60E-DFF132B11045}" dt="2023-03-08T08:17:37.543" v="2687" actId="20577"/>
        <pc:sldMkLst>
          <pc:docMk/>
          <pc:sldMk cId="1798693689" sldId="312"/>
        </pc:sldMkLst>
        <pc:spChg chg="mod">
          <ac:chgData name="Coen Timothy Adler" userId="98d723c6-18f8-4f3c-8cf0-c2e46e04df0e" providerId="ADAL" clId="{61EA955A-9296-4EF8-B60E-DFF132B11045}" dt="2023-03-08T08:16:41.028" v="2565" actId="1076"/>
          <ac:spMkLst>
            <pc:docMk/>
            <pc:sldMk cId="1798693689" sldId="312"/>
            <ac:spMk id="2" creationId="{5CE54ABB-4929-4810-950B-2DAEA0A5BAB4}"/>
          </ac:spMkLst>
        </pc:spChg>
        <pc:spChg chg="add mod">
          <ac:chgData name="Coen Timothy Adler" userId="98d723c6-18f8-4f3c-8cf0-c2e46e04df0e" providerId="ADAL" clId="{61EA955A-9296-4EF8-B60E-DFF132B11045}" dt="2023-03-08T08:17:04.124" v="2574" actId="1076"/>
          <ac:spMkLst>
            <pc:docMk/>
            <pc:sldMk cId="1798693689" sldId="312"/>
            <ac:spMk id="4" creationId="{A188231A-0C8A-29CC-CA72-1B79CC875459}"/>
          </ac:spMkLst>
        </pc:spChg>
        <pc:spChg chg="mod">
          <ac:chgData name="Coen Timothy Adler" userId="98d723c6-18f8-4f3c-8cf0-c2e46e04df0e" providerId="ADAL" clId="{61EA955A-9296-4EF8-B60E-DFF132B11045}" dt="2023-03-08T08:16:53.397" v="2569" actId="1076"/>
          <ac:spMkLst>
            <pc:docMk/>
            <pc:sldMk cId="1798693689" sldId="312"/>
            <ac:spMk id="25" creationId="{F2ED2A1D-D8E6-C493-63E9-620797364C33}"/>
          </ac:spMkLst>
        </pc:spChg>
        <pc:spChg chg="mod">
          <ac:chgData name="Coen Timothy Adler" userId="98d723c6-18f8-4f3c-8cf0-c2e46e04df0e" providerId="ADAL" clId="{61EA955A-9296-4EF8-B60E-DFF132B11045}" dt="2023-03-08T08:17:37.543" v="2687" actId="20577"/>
          <ac:spMkLst>
            <pc:docMk/>
            <pc:sldMk cId="1798693689" sldId="312"/>
            <ac:spMk id="27" creationId="{DA7761F1-9258-018D-B3D0-3CB7B2CFE2EC}"/>
          </ac:spMkLst>
        </pc:spChg>
      </pc:sldChg>
      <pc:sldChg chg="add del">
        <pc:chgData name="Coen Timothy Adler" userId="98d723c6-18f8-4f3c-8cf0-c2e46e04df0e" providerId="ADAL" clId="{61EA955A-9296-4EF8-B60E-DFF132B11045}" dt="2023-03-08T08:02:58.821" v="1969"/>
        <pc:sldMkLst>
          <pc:docMk/>
          <pc:sldMk cId="2510470444" sldId="312"/>
        </pc:sldMkLst>
      </pc:sldChg>
      <pc:sldChg chg="add del">
        <pc:chgData name="Coen Timothy Adler" userId="98d723c6-18f8-4f3c-8cf0-c2e46e04df0e" providerId="ADAL" clId="{61EA955A-9296-4EF8-B60E-DFF132B11045}" dt="2023-03-08T08:20:15.035" v="2755" actId="47"/>
        <pc:sldMkLst>
          <pc:docMk/>
          <pc:sldMk cId="4192805625" sldId="313"/>
        </pc:sldMkLst>
      </pc:sldChg>
      <pc:sldChg chg="add del">
        <pc:chgData name="Coen Timothy Adler" userId="98d723c6-18f8-4f3c-8cf0-c2e46e04df0e" providerId="ADAL" clId="{61EA955A-9296-4EF8-B60E-DFF132B11045}" dt="2023-03-08T08:02:58.821" v="1969"/>
        <pc:sldMkLst>
          <pc:docMk/>
          <pc:sldMk cId="4272757673" sldId="313"/>
        </pc:sldMkLst>
      </pc:sldChg>
      <pc:sldChg chg="addSp delSp modSp add del mod">
        <pc:chgData name="Coen Timothy Adler" userId="98d723c6-18f8-4f3c-8cf0-c2e46e04df0e" providerId="ADAL" clId="{61EA955A-9296-4EF8-B60E-DFF132B11045}" dt="2023-03-08T08:48:57.368" v="3036" actId="47"/>
        <pc:sldMkLst>
          <pc:docMk/>
          <pc:sldMk cId="359647665" sldId="314"/>
        </pc:sldMkLst>
        <pc:spChg chg="mod">
          <ac:chgData name="Coen Timothy Adler" userId="98d723c6-18f8-4f3c-8cf0-c2e46e04df0e" providerId="ADAL" clId="{61EA955A-9296-4EF8-B60E-DFF132B11045}" dt="2023-03-08T08:45:52.173" v="3032" actId="20577"/>
          <ac:spMkLst>
            <pc:docMk/>
            <pc:sldMk cId="359647665" sldId="314"/>
            <ac:spMk id="2" creationId="{8CD74F95-9752-917A-04B7-5D1ED0339A7F}"/>
          </ac:spMkLst>
        </pc:spChg>
        <pc:grpChg chg="del">
          <ac:chgData name="Coen Timothy Adler" userId="98d723c6-18f8-4f3c-8cf0-c2e46e04df0e" providerId="ADAL" clId="{61EA955A-9296-4EF8-B60E-DFF132B11045}" dt="2023-03-08T08:37:48.402" v="2974" actId="478"/>
          <ac:grpSpMkLst>
            <pc:docMk/>
            <pc:sldMk cId="359647665" sldId="314"/>
            <ac:grpSpMk id="11" creationId="{61604739-57E1-E260-0713-B4037D233734}"/>
          </ac:grpSpMkLst>
        </pc:grpChg>
        <pc:grpChg chg="add del mod">
          <ac:chgData name="Coen Timothy Adler" userId="98d723c6-18f8-4f3c-8cf0-c2e46e04df0e" providerId="ADAL" clId="{61EA955A-9296-4EF8-B60E-DFF132B11045}" dt="2023-03-08T08:45:11.514" v="3028" actId="165"/>
          <ac:grpSpMkLst>
            <pc:docMk/>
            <pc:sldMk cId="359647665" sldId="314"/>
            <ac:grpSpMk id="17" creationId="{D0B46A09-73DE-C405-2479-0A8BEAA43AE1}"/>
          </ac:grpSpMkLst>
        </pc:grpChg>
        <pc:grpChg chg="add mod">
          <ac:chgData name="Coen Timothy Adler" userId="98d723c6-18f8-4f3c-8cf0-c2e46e04df0e" providerId="ADAL" clId="{61EA955A-9296-4EF8-B60E-DFF132B11045}" dt="2023-03-08T08:45:43.098" v="3029" actId="164"/>
          <ac:grpSpMkLst>
            <pc:docMk/>
            <pc:sldMk cId="359647665" sldId="314"/>
            <ac:grpSpMk id="18" creationId="{62E1EC44-CE68-6E90-2B3C-34AF36C70F19}"/>
          </ac:grpSpMkLst>
        </pc:grpChg>
        <pc:picChg chg="add mod ord topLvl">
          <ac:chgData name="Coen Timothy Adler" userId="98d723c6-18f8-4f3c-8cf0-c2e46e04df0e" providerId="ADAL" clId="{61EA955A-9296-4EF8-B60E-DFF132B11045}" dt="2023-03-08T08:45:43.098" v="3029" actId="164"/>
          <ac:picMkLst>
            <pc:docMk/>
            <pc:sldMk cId="359647665" sldId="314"/>
            <ac:picMk id="4" creationId="{6D37020C-4E19-FA00-83A0-7E9B463152BA}"/>
          </ac:picMkLst>
        </pc:picChg>
        <pc:picChg chg="add mod topLvl modCrop">
          <ac:chgData name="Coen Timothy Adler" userId="98d723c6-18f8-4f3c-8cf0-c2e46e04df0e" providerId="ADAL" clId="{61EA955A-9296-4EF8-B60E-DFF132B11045}" dt="2023-03-08T08:45:43.098" v="3029" actId="164"/>
          <ac:picMkLst>
            <pc:docMk/>
            <pc:sldMk cId="359647665" sldId="314"/>
            <ac:picMk id="7" creationId="{E6F3870F-7F3C-32D6-B4FB-1446ACF57DAA}"/>
          </ac:picMkLst>
        </pc:picChg>
        <pc:picChg chg="add mod ord topLvl modCrop">
          <ac:chgData name="Coen Timothy Adler" userId="98d723c6-18f8-4f3c-8cf0-c2e46e04df0e" providerId="ADAL" clId="{61EA955A-9296-4EF8-B60E-DFF132B11045}" dt="2023-03-08T08:45:43.098" v="3029" actId="164"/>
          <ac:picMkLst>
            <pc:docMk/>
            <pc:sldMk cId="359647665" sldId="314"/>
            <ac:picMk id="10" creationId="{BB4CB92E-3435-819C-B624-F8561A3CAE32}"/>
          </ac:picMkLst>
        </pc:picChg>
        <pc:picChg chg="add mod ord topLvl modCrop">
          <ac:chgData name="Coen Timothy Adler" userId="98d723c6-18f8-4f3c-8cf0-c2e46e04df0e" providerId="ADAL" clId="{61EA955A-9296-4EF8-B60E-DFF132B11045}" dt="2023-03-08T08:45:43.098" v="3029" actId="164"/>
          <ac:picMkLst>
            <pc:docMk/>
            <pc:sldMk cId="359647665" sldId="314"/>
            <ac:picMk id="12" creationId="{87FD69A5-7C70-DF1B-A393-DA4A687AE875}"/>
          </ac:picMkLst>
        </pc:picChg>
        <pc:picChg chg="add mod ord topLvl">
          <ac:chgData name="Coen Timothy Adler" userId="98d723c6-18f8-4f3c-8cf0-c2e46e04df0e" providerId="ADAL" clId="{61EA955A-9296-4EF8-B60E-DFF132B11045}" dt="2023-03-08T08:45:43.098" v="3029" actId="164"/>
          <ac:picMkLst>
            <pc:docMk/>
            <pc:sldMk cId="359647665" sldId="314"/>
            <ac:picMk id="14" creationId="{8C16D9CB-110B-C74C-61CB-691EAEAF6719}"/>
          </ac:picMkLst>
        </pc:picChg>
        <pc:picChg chg="add mod ord topLvl modCrop">
          <ac:chgData name="Coen Timothy Adler" userId="98d723c6-18f8-4f3c-8cf0-c2e46e04df0e" providerId="ADAL" clId="{61EA955A-9296-4EF8-B60E-DFF132B11045}" dt="2023-03-08T08:45:43.098" v="3029" actId="164"/>
          <ac:picMkLst>
            <pc:docMk/>
            <pc:sldMk cId="359647665" sldId="314"/>
            <ac:picMk id="16" creationId="{CDB2E078-9A1B-C1B8-F424-20B71042AE07}"/>
          </ac:picMkLst>
        </pc:picChg>
      </pc:sldChg>
      <pc:sldChg chg="add del">
        <pc:chgData name="Coen Timothy Adler" userId="98d723c6-18f8-4f3c-8cf0-c2e46e04df0e" providerId="ADAL" clId="{61EA955A-9296-4EF8-B60E-DFF132B11045}" dt="2023-03-08T08:42:25.708" v="3018" actId="47"/>
        <pc:sldMkLst>
          <pc:docMk/>
          <pc:sldMk cId="3553851657" sldId="315"/>
        </pc:sldMkLst>
      </pc:sldChg>
      <pc:sldChg chg="modSp add mod">
        <pc:chgData name="Coen Timothy Adler" userId="98d723c6-18f8-4f3c-8cf0-c2e46e04df0e" providerId="ADAL" clId="{61EA955A-9296-4EF8-B60E-DFF132B11045}" dt="2023-03-08T09:21:16.531" v="3959"/>
        <pc:sldMkLst>
          <pc:docMk/>
          <pc:sldMk cId="4239967761" sldId="316"/>
        </pc:sldMkLst>
        <pc:spChg chg="mod">
          <ac:chgData name="Coen Timothy Adler" userId="98d723c6-18f8-4f3c-8cf0-c2e46e04df0e" providerId="ADAL" clId="{61EA955A-9296-4EF8-B60E-DFF132B11045}" dt="2023-03-08T08:06:42.675" v="2342" actId="20577"/>
          <ac:spMkLst>
            <pc:docMk/>
            <pc:sldMk cId="4239967761" sldId="316"/>
            <ac:spMk id="2" creationId="{5CE54ABB-4929-4810-950B-2DAEA0A5BAB4}"/>
          </ac:spMkLst>
        </pc:spChg>
        <pc:spChg chg="mod">
          <ac:chgData name="Coen Timothy Adler" userId="98d723c6-18f8-4f3c-8cf0-c2e46e04df0e" providerId="ADAL" clId="{61EA955A-9296-4EF8-B60E-DFF132B11045}" dt="2023-03-08T09:21:16.531" v="3959"/>
          <ac:spMkLst>
            <pc:docMk/>
            <pc:sldMk cId="4239967761" sldId="316"/>
            <ac:spMk id="25" creationId="{F2ED2A1D-D8E6-C493-63E9-620797364C33}"/>
          </ac:spMkLst>
        </pc:spChg>
        <pc:spChg chg="mod">
          <ac:chgData name="Coen Timothy Adler" userId="98d723c6-18f8-4f3c-8cf0-c2e46e04df0e" providerId="ADAL" clId="{61EA955A-9296-4EF8-B60E-DFF132B11045}" dt="2023-03-08T08:15:06.534" v="2552" actId="20577"/>
          <ac:spMkLst>
            <pc:docMk/>
            <pc:sldMk cId="4239967761" sldId="316"/>
            <ac:spMk id="27" creationId="{DA7761F1-9258-018D-B3D0-3CB7B2CFE2EC}"/>
          </ac:spMkLst>
        </pc:spChg>
      </pc:sldChg>
      <pc:sldChg chg="addSp modSp add mod ord">
        <pc:chgData name="Coen Timothy Adler" userId="98d723c6-18f8-4f3c-8cf0-c2e46e04df0e" providerId="ADAL" clId="{61EA955A-9296-4EF8-B60E-DFF132B11045}" dt="2023-03-08T08:46:30.025" v="3034" actId="20578"/>
        <pc:sldMkLst>
          <pc:docMk/>
          <pc:sldMk cId="626112453" sldId="317"/>
        </pc:sldMkLst>
        <pc:spChg chg="mod">
          <ac:chgData name="Coen Timothy Adler" userId="98d723c6-18f8-4f3c-8cf0-c2e46e04df0e" providerId="ADAL" clId="{61EA955A-9296-4EF8-B60E-DFF132B11045}" dt="2023-03-08T08:20:38.835" v="2784" actId="20577"/>
          <ac:spMkLst>
            <pc:docMk/>
            <pc:sldMk cId="626112453" sldId="317"/>
            <ac:spMk id="2" creationId="{5CE54ABB-4929-4810-950B-2DAEA0A5BAB4}"/>
          </ac:spMkLst>
        </pc:spChg>
        <pc:spChg chg="mod">
          <ac:chgData name="Coen Timothy Adler" userId="98d723c6-18f8-4f3c-8cf0-c2e46e04df0e" providerId="ADAL" clId="{61EA955A-9296-4EF8-B60E-DFF132B11045}" dt="2023-03-08T08:46:30.025" v="3034" actId="20578"/>
          <ac:spMkLst>
            <pc:docMk/>
            <pc:sldMk cId="626112453" sldId="317"/>
            <ac:spMk id="25" creationId="{F2ED2A1D-D8E6-C493-63E9-620797364C33}"/>
          </ac:spMkLst>
        </pc:spChg>
        <pc:spChg chg="mod">
          <ac:chgData name="Coen Timothy Adler" userId="98d723c6-18f8-4f3c-8cf0-c2e46e04df0e" providerId="ADAL" clId="{61EA955A-9296-4EF8-B60E-DFF132B11045}" dt="2023-03-08T08:21:57.714" v="2964" actId="20577"/>
          <ac:spMkLst>
            <pc:docMk/>
            <pc:sldMk cId="626112453" sldId="317"/>
            <ac:spMk id="27" creationId="{DA7761F1-9258-018D-B3D0-3CB7B2CFE2EC}"/>
          </ac:spMkLst>
        </pc:spChg>
        <pc:picChg chg="add mod">
          <ac:chgData name="Coen Timothy Adler" userId="98d723c6-18f8-4f3c-8cf0-c2e46e04df0e" providerId="ADAL" clId="{61EA955A-9296-4EF8-B60E-DFF132B11045}" dt="2023-03-08T08:23:00.001" v="2971" actId="1076"/>
          <ac:picMkLst>
            <pc:docMk/>
            <pc:sldMk cId="626112453" sldId="317"/>
            <ac:picMk id="4" creationId="{3138D1F4-5AC3-921E-B38E-3B04DFE21582}"/>
          </ac:picMkLst>
        </pc:picChg>
      </pc:sldChg>
      <pc:sldChg chg="new del">
        <pc:chgData name="Coen Timothy Adler" userId="98d723c6-18f8-4f3c-8cf0-c2e46e04df0e" providerId="ADAL" clId="{61EA955A-9296-4EF8-B60E-DFF132B11045}" dt="2023-03-08T08:20:28.775" v="2757" actId="47"/>
        <pc:sldMkLst>
          <pc:docMk/>
          <pc:sldMk cId="3896644887" sldId="317"/>
        </pc:sldMkLst>
      </pc:sldChg>
      <pc:sldChg chg="addSp delSp modSp add mod ord">
        <pc:chgData name="Coen Timothy Adler" userId="98d723c6-18f8-4f3c-8cf0-c2e46e04df0e" providerId="ADAL" clId="{61EA955A-9296-4EF8-B60E-DFF132B11045}" dt="2023-03-08T09:02:16.150" v="3834" actId="14100"/>
        <pc:sldMkLst>
          <pc:docMk/>
          <pc:sldMk cId="1499651461" sldId="318"/>
        </pc:sldMkLst>
        <pc:spChg chg="mod">
          <ac:chgData name="Coen Timothy Adler" userId="98d723c6-18f8-4f3c-8cf0-c2e46e04df0e" providerId="ADAL" clId="{61EA955A-9296-4EF8-B60E-DFF132B11045}" dt="2023-03-08T09:01:40.508" v="3821" actId="1076"/>
          <ac:spMkLst>
            <pc:docMk/>
            <pc:sldMk cId="1499651461" sldId="318"/>
            <ac:spMk id="2" creationId="{5CE54ABB-4929-4810-950B-2DAEA0A5BAB4}"/>
          </ac:spMkLst>
        </pc:spChg>
        <pc:spChg chg="mod">
          <ac:chgData name="Coen Timothy Adler" userId="98d723c6-18f8-4f3c-8cf0-c2e46e04df0e" providerId="ADAL" clId="{61EA955A-9296-4EF8-B60E-DFF132B11045}" dt="2023-03-08T09:02:16.150" v="3834" actId="14100"/>
          <ac:spMkLst>
            <pc:docMk/>
            <pc:sldMk cId="1499651461" sldId="318"/>
            <ac:spMk id="3" creationId="{46E9BC00-84A9-6B89-9B6E-44E96C680736}"/>
          </ac:spMkLst>
        </pc:spChg>
        <pc:spChg chg="del">
          <ac:chgData name="Coen Timothy Adler" userId="98d723c6-18f8-4f3c-8cf0-c2e46e04df0e" providerId="ADAL" clId="{61EA955A-9296-4EF8-B60E-DFF132B11045}" dt="2023-03-08T08:49:31.607" v="3041" actId="478"/>
          <ac:spMkLst>
            <pc:docMk/>
            <pc:sldMk cId="1499651461" sldId="318"/>
            <ac:spMk id="4" creationId="{65488712-15EC-1974-C06E-AFF87A7DF888}"/>
          </ac:spMkLst>
        </pc:spChg>
        <pc:picChg chg="add mod modCrop">
          <ac:chgData name="Coen Timothy Adler" userId="98d723c6-18f8-4f3c-8cf0-c2e46e04df0e" providerId="ADAL" clId="{61EA955A-9296-4EF8-B60E-DFF132B11045}" dt="2023-03-08T09:02:13.905" v="3833" actId="1076"/>
          <ac:picMkLst>
            <pc:docMk/>
            <pc:sldMk cId="1499651461" sldId="318"/>
            <ac:picMk id="6" creationId="{338A88CD-7911-0009-0CC3-8C385AEBD504}"/>
          </ac:picMkLst>
        </pc:picChg>
        <pc:picChg chg="add mod modCrop">
          <ac:chgData name="Coen Timothy Adler" userId="98d723c6-18f8-4f3c-8cf0-c2e46e04df0e" providerId="ADAL" clId="{61EA955A-9296-4EF8-B60E-DFF132B11045}" dt="2023-03-08T09:02:13.905" v="3833" actId="1076"/>
          <ac:picMkLst>
            <pc:docMk/>
            <pc:sldMk cId="1499651461" sldId="318"/>
            <ac:picMk id="8" creationId="{2B9860EA-D3BB-D4F7-FC0B-8A632C07239B}"/>
          </ac:picMkLst>
        </pc:picChg>
        <pc:picChg chg="del">
          <ac:chgData name="Coen Timothy Adler" userId="98d723c6-18f8-4f3c-8cf0-c2e46e04df0e" providerId="ADAL" clId="{61EA955A-9296-4EF8-B60E-DFF132B11045}" dt="2023-03-08T08:51:17.082" v="3312" actId="478"/>
          <ac:picMkLst>
            <pc:docMk/>
            <pc:sldMk cId="1499651461" sldId="318"/>
            <ac:picMk id="6146" creationId="{0DA82969-C53B-4780-AFF2-4FE0A0C45A7C}"/>
          </ac:picMkLst>
        </pc:picChg>
      </pc:sldChg>
      <pc:sldChg chg="addSp delSp modSp new mod">
        <pc:chgData name="Coen Timothy Adler" userId="98d723c6-18f8-4f3c-8cf0-c2e46e04df0e" providerId="ADAL" clId="{61EA955A-9296-4EF8-B60E-DFF132B11045}" dt="2023-03-08T20:50:10.201" v="3961" actId="20577"/>
        <pc:sldMkLst>
          <pc:docMk/>
          <pc:sldMk cId="816772558" sldId="319"/>
        </pc:sldMkLst>
        <pc:spChg chg="mod">
          <ac:chgData name="Coen Timothy Adler" userId="98d723c6-18f8-4f3c-8cf0-c2e46e04df0e" providerId="ADAL" clId="{61EA955A-9296-4EF8-B60E-DFF132B11045}" dt="2023-03-08T20:50:10.201" v="3961" actId="20577"/>
          <ac:spMkLst>
            <pc:docMk/>
            <pc:sldMk cId="816772558" sldId="319"/>
            <ac:spMk id="2" creationId="{D826FF91-D76A-D469-ECA4-716CB28D2027}"/>
          </ac:spMkLst>
        </pc:spChg>
        <pc:spChg chg="mod">
          <ac:chgData name="Coen Timothy Adler" userId="98d723c6-18f8-4f3c-8cf0-c2e46e04df0e" providerId="ADAL" clId="{61EA955A-9296-4EF8-B60E-DFF132B11045}" dt="2023-03-08T08:58:13.553" v="3552" actId="20577"/>
          <ac:spMkLst>
            <pc:docMk/>
            <pc:sldMk cId="816772558" sldId="319"/>
            <ac:spMk id="3" creationId="{312EAD70-AE9A-A819-0BDD-B44BFFBD25D2}"/>
          </ac:spMkLst>
        </pc:spChg>
        <pc:spChg chg="del">
          <ac:chgData name="Coen Timothy Adler" userId="98d723c6-18f8-4f3c-8cf0-c2e46e04df0e" providerId="ADAL" clId="{61EA955A-9296-4EF8-B60E-DFF132B11045}" dt="2023-03-08T08:57:33.060" v="3513" actId="478"/>
          <ac:spMkLst>
            <pc:docMk/>
            <pc:sldMk cId="816772558" sldId="319"/>
            <ac:spMk id="4" creationId="{3AB837B8-DFA1-9A6F-9BAE-E86A87A4A574}"/>
          </ac:spMkLst>
        </pc:spChg>
        <pc:spChg chg="del">
          <ac:chgData name="Coen Timothy Adler" userId="98d723c6-18f8-4f3c-8cf0-c2e46e04df0e" providerId="ADAL" clId="{61EA955A-9296-4EF8-B60E-DFF132B11045}" dt="2023-03-08T08:57:33.060" v="3513" actId="478"/>
          <ac:spMkLst>
            <pc:docMk/>
            <pc:sldMk cId="816772558" sldId="319"/>
            <ac:spMk id="5" creationId="{ECC41C41-2296-EF41-C826-D9D6D012D27E}"/>
          </ac:spMkLst>
        </pc:spChg>
        <pc:spChg chg="del">
          <ac:chgData name="Coen Timothy Adler" userId="98d723c6-18f8-4f3c-8cf0-c2e46e04df0e" providerId="ADAL" clId="{61EA955A-9296-4EF8-B60E-DFF132B11045}" dt="2023-03-08T08:57:33.060" v="3513" actId="478"/>
          <ac:spMkLst>
            <pc:docMk/>
            <pc:sldMk cId="816772558" sldId="319"/>
            <ac:spMk id="6" creationId="{CADBAAAF-FF5E-4869-2431-77FC56B5A279}"/>
          </ac:spMkLst>
        </pc:spChg>
        <pc:picChg chg="add mod">
          <ac:chgData name="Coen Timothy Adler" userId="98d723c6-18f8-4f3c-8cf0-c2e46e04df0e" providerId="ADAL" clId="{61EA955A-9296-4EF8-B60E-DFF132B11045}" dt="2023-03-08T08:56:14.626" v="3376" actId="1076"/>
          <ac:picMkLst>
            <pc:docMk/>
            <pc:sldMk cId="816772558" sldId="319"/>
            <ac:picMk id="8" creationId="{81FC9529-7B2A-D239-4CC0-158F5ACBD3CD}"/>
          </ac:picMkLst>
        </pc:picChg>
      </pc:sldChg>
      <pc:sldChg chg="addSp delSp modSp add mod">
        <pc:chgData name="Coen Timothy Adler" userId="98d723c6-18f8-4f3c-8cf0-c2e46e04df0e" providerId="ADAL" clId="{61EA955A-9296-4EF8-B60E-DFF132B11045}" dt="2023-03-08T09:06:07.244" v="3955" actId="1076"/>
        <pc:sldMkLst>
          <pc:docMk/>
          <pc:sldMk cId="2850007197" sldId="320"/>
        </pc:sldMkLst>
        <pc:spChg chg="mod">
          <ac:chgData name="Coen Timothy Adler" userId="98d723c6-18f8-4f3c-8cf0-c2e46e04df0e" providerId="ADAL" clId="{61EA955A-9296-4EF8-B60E-DFF132B11045}" dt="2023-03-08T08:58:41.483" v="3591" actId="20577"/>
          <ac:spMkLst>
            <pc:docMk/>
            <pc:sldMk cId="2850007197" sldId="320"/>
            <ac:spMk id="2" creationId="{5CE54ABB-4929-4810-950B-2DAEA0A5BAB4}"/>
          </ac:spMkLst>
        </pc:spChg>
        <pc:spChg chg="add del mod">
          <ac:chgData name="Coen Timothy Adler" userId="98d723c6-18f8-4f3c-8cf0-c2e46e04df0e" providerId="ADAL" clId="{61EA955A-9296-4EF8-B60E-DFF132B11045}" dt="2023-03-08T09:04:00.132" v="3840" actId="478"/>
          <ac:spMkLst>
            <pc:docMk/>
            <pc:sldMk cId="2850007197" sldId="320"/>
            <ac:spMk id="4" creationId="{F66F82F8-0C04-A171-AC70-41DA2522F881}"/>
          </ac:spMkLst>
        </pc:spChg>
        <pc:spChg chg="add mod">
          <ac:chgData name="Coen Timothy Adler" userId="98d723c6-18f8-4f3c-8cf0-c2e46e04df0e" providerId="ADAL" clId="{61EA955A-9296-4EF8-B60E-DFF132B11045}" dt="2023-03-08T09:04:29.639" v="3847" actId="1076"/>
          <ac:spMkLst>
            <pc:docMk/>
            <pc:sldMk cId="2850007197" sldId="320"/>
            <ac:spMk id="5" creationId="{FB728DEF-1387-9391-AAC9-14B69CFBA56D}"/>
          </ac:spMkLst>
        </pc:spChg>
        <pc:spChg chg="mod">
          <ac:chgData name="Coen Timothy Adler" userId="98d723c6-18f8-4f3c-8cf0-c2e46e04df0e" providerId="ADAL" clId="{61EA955A-9296-4EF8-B60E-DFF132B11045}" dt="2023-03-08T09:06:07.244" v="3955" actId="1076"/>
          <ac:spMkLst>
            <pc:docMk/>
            <pc:sldMk cId="2850007197" sldId="320"/>
            <ac:spMk id="25" creationId="{F2ED2A1D-D8E6-C493-63E9-620797364C33}"/>
          </ac:spMkLst>
        </pc:spChg>
        <pc:spChg chg="mod">
          <ac:chgData name="Coen Timothy Adler" userId="98d723c6-18f8-4f3c-8cf0-c2e46e04df0e" providerId="ADAL" clId="{61EA955A-9296-4EF8-B60E-DFF132B11045}" dt="2023-03-08T09:00:29.974" v="3816" actId="20577"/>
          <ac:spMkLst>
            <pc:docMk/>
            <pc:sldMk cId="2850007197" sldId="320"/>
            <ac:spMk id="27" creationId="{DA7761F1-9258-018D-B3D0-3CB7B2CFE2EC}"/>
          </ac:spMkLst>
        </pc:spChg>
      </pc:sldChg>
      <pc:sldMasterChg chg="addSldLayout delSldLayout">
        <pc:chgData name="Coen Timothy Adler" userId="98d723c6-18f8-4f3c-8cf0-c2e46e04df0e" providerId="ADAL" clId="{61EA955A-9296-4EF8-B60E-DFF132B11045}" dt="2023-03-08T08:49:05.452" v="3037" actId="47"/>
        <pc:sldMasterMkLst>
          <pc:docMk/>
          <pc:sldMasterMk cId="1928452137" sldId="2147483666"/>
        </pc:sldMasterMkLst>
        <pc:sldLayoutChg chg="add del">
          <pc:chgData name="Coen Timothy Adler" userId="98d723c6-18f8-4f3c-8cf0-c2e46e04df0e" providerId="ADAL" clId="{61EA955A-9296-4EF8-B60E-DFF132B11045}" dt="2023-03-08T08:49:05.452" v="3037" actId="47"/>
          <pc:sldLayoutMkLst>
            <pc:docMk/>
            <pc:sldMasterMk cId="1928452137" sldId="2147483666"/>
            <pc:sldLayoutMk cId="4026250860" sldId="2147483685"/>
          </pc:sldLayoutMkLst>
        </pc:sldLayoutChg>
        <pc:sldLayoutChg chg="add del">
          <pc:chgData name="Coen Timothy Adler" userId="98d723c6-18f8-4f3c-8cf0-c2e46e04df0e" providerId="ADAL" clId="{61EA955A-9296-4EF8-B60E-DFF132B11045}" dt="2023-03-08T08:49:05.452" v="3037" actId="47"/>
          <pc:sldLayoutMkLst>
            <pc:docMk/>
            <pc:sldMasterMk cId="1928452137" sldId="2147483666"/>
            <pc:sldLayoutMk cId="2290034707" sldId="2147483701"/>
          </pc:sldLayoutMkLst>
        </pc:sldLayoutChg>
      </pc:sldMasterChg>
    </pc:docChg>
  </pc:docChgLst>
  <pc:docChgLst>
    <pc:chgData name="Sebastian Eagan Woo" userId="S::seewoo@ucsc.edu::c3c272e3-6ea4-468e-9122-e1f2252128f4" providerId="AD" clId="Web-{D065C060-0BC1-80AF-2C2D-613E93EAEC0B}"/>
    <pc:docChg chg="modSld">
      <pc:chgData name="Sebastian Eagan Woo" userId="S::seewoo@ucsc.edu::c3c272e3-6ea4-468e-9122-e1f2252128f4" providerId="AD" clId="Web-{D065C060-0BC1-80AF-2C2D-613E93EAEC0B}" dt="2024-02-09T19:08:10.394" v="4" actId="20577"/>
      <pc:docMkLst>
        <pc:docMk/>
      </pc:docMkLst>
      <pc:sldChg chg="modSp">
        <pc:chgData name="Sebastian Eagan Woo" userId="S::seewoo@ucsc.edu::c3c272e3-6ea4-468e-9122-e1f2252128f4" providerId="AD" clId="Web-{D065C060-0BC1-80AF-2C2D-613E93EAEC0B}" dt="2024-02-09T16:38:20.226" v="1" actId="1076"/>
        <pc:sldMkLst>
          <pc:docMk/>
          <pc:sldMk cId="1346372204" sldId="264"/>
        </pc:sldMkLst>
        <pc:picChg chg="mod">
          <ac:chgData name="Sebastian Eagan Woo" userId="S::seewoo@ucsc.edu::c3c272e3-6ea4-468e-9122-e1f2252128f4" providerId="AD" clId="Web-{D065C060-0BC1-80AF-2C2D-613E93EAEC0B}" dt="2024-02-09T16:38:20.226" v="1" actId="1076"/>
          <ac:picMkLst>
            <pc:docMk/>
            <pc:sldMk cId="1346372204" sldId="264"/>
            <ac:picMk id="8" creationId="{DC45C90E-649B-6B8D-B08E-F9929B97A942}"/>
          </ac:picMkLst>
        </pc:picChg>
      </pc:sldChg>
      <pc:sldChg chg="modSp">
        <pc:chgData name="Sebastian Eagan Woo" userId="S::seewoo@ucsc.edu::c3c272e3-6ea4-468e-9122-e1f2252128f4" providerId="AD" clId="Web-{D065C060-0BC1-80AF-2C2D-613E93EAEC0B}" dt="2024-02-09T19:08:10.394" v="4" actId="20577"/>
        <pc:sldMkLst>
          <pc:docMk/>
          <pc:sldMk cId="2121178069" sldId="266"/>
        </pc:sldMkLst>
        <pc:spChg chg="mod">
          <ac:chgData name="Sebastian Eagan Woo" userId="S::seewoo@ucsc.edu::c3c272e3-6ea4-468e-9122-e1f2252128f4" providerId="AD" clId="Web-{D065C060-0BC1-80AF-2C2D-613E93EAEC0B}" dt="2024-02-09T19:08:10.394" v="4" actId="20577"/>
          <ac:spMkLst>
            <pc:docMk/>
            <pc:sldMk cId="2121178069" sldId="266"/>
            <ac:spMk id="25" creationId="{F2ED2A1D-D8E6-C493-63E9-620797364C33}"/>
          </ac:spMkLst>
        </pc:spChg>
      </pc:sldChg>
    </pc:docChg>
  </pc:docChgLst>
  <pc:docChgLst>
    <pc:chgData name="Kalyana Suma Sree Tholeti" userId="S::ktholeti@ucsc.edu::1f99f44c-ba75-4780-b591-9932410edd5a" providerId="AD" clId="Web-{6A433F3E-C748-441E-8F3E-5E61BC42F4ED}"/>
    <pc:docChg chg="modSld">
      <pc:chgData name="Kalyana Suma Sree Tholeti" userId="S::ktholeti@ucsc.edu::1f99f44c-ba75-4780-b591-9932410edd5a" providerId="AD" clId="Web-{6A433F3E-C748-441E-8F3E-5E61BC42F4ED}" dt="2023-04-03T22:00:49.079" v="0" actId="1076"/>
      <pc:docMkLst>
        <pc:docMk/>
      </pc:docMkLst>
      <pc:sldChg chg="modSp">
        <pc:chgData name="Kalyana Suma Sree Tholeti" userId="S::ktholeti@ucsc.edu::1f99f44c-ba75-4780-b591-9932410edd5a" providerId="AD" clId="Web-{6A433F3E-C748-441E-8F3E-5E61BC42F4ED}" dt="2023-04-03T22:00:49.079" v="0" actId="1076"/>
        <pc:sldMkLst>
          <pc:docMk/>
          <pc:sldMk cId="822649075" sldId="307"/>
        </pc:sldMkLst>
        <pc:grpChg chg="mod">
          <ac:chgData name="Kalyana Suma Sree Tholeti" userId="S::ktholeti@ucsc.edu::1f99f44c-ba75-4780-b591-9932410edd5a" providerId="AD" clId="Web-{6A433F3E-C748-441E-8F3E-5E61BC42F4ED}" dt="2023-04-03T22:00:49.079" v="0" actId="1076"/>
          <ac:grpSpMkLst>
            <pc:docMk/>
            <pc:sldMk cId="822649075" sldId="307"/>
            <ac:grpSpMk id="11" creationId="{61604739-57E1-E260-0713-B4037D233734}"/>
          </ac:grpSpMkLst>
        </pc:gr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3/1/2024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Year</a:t>
            </a:r>
            <a:endParaRPr lang="en-ZA"/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Year</a:t>
            </a:r>
            <a:endParaRPr lang="en-ZA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MM</a:t>
            </a:r>
            <a:endParaRPr lang="en-ZA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838200" y="2136776"/>
            <a:ext cx="10515600" cy="369764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SmartArt graphic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docs.nationalresearchplatform.org/userdocs/start/quickstart/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portal.nrp-nautilus.io/resourc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nationalresearchplatform.org/userdocs/running/gpu-pods/" TargetMode="Externa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/>
          <a:lstStyle/>
          <a:p>
            <a:r>
              <a:rPr lang="en-US"/>
              <a:t>Intro to Nautilus and Kubernetes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/>
          <a:lstStyle/>
          <a:p>
            <a:r>
              <a:rPr lang="en-US"/>
              <a:t>Coen Adler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171825" cy="1325563"/>
          </a:xfrm>
        </p:spPr>
        <p:txBody>
          <a:bodyPr/>
          <a:lstStyle/>
          <a:p>
            <a:r>
              <a:rPr lang="en-ZA"/>
              <a:t>What is Nautilus?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4333375" cy="2519363"/>
          </a:xfrm>
        </p:spPr>
        <p:txBody>
          <a:bodyPr>
            <a:normAutofit/>
          </a:bodyPr>
          <a:lstStyle/>
          <a:p>
            <a:r>
              <a:rPr lang="en-US" sz="2000"/>
              <a:t>Nautilus is an NSF funded hyperconverged cluster AKA a network of “super” computers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5F461F-B147-A2DD-92F7-95796C180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397" y="387578"/>
            <a:ext cx="7267603" cy="599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/>
          <a:lstStyle/>
          <a:p>
            <a:r>
              <a:rPr lang="en-US"/>
              <a:t>What is Kubernetes?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1530635"/>
            <a:ext cx="5399462" cy="35226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Kubernetes is an open-source container orchestration system.</a:t>
            </a:r>
          </a:p>
          <a:p>
            <a:endParaRPr lang="en-US"/>
          </a:p>
          <a:p>
            <a:r>
              <a:rPr lang="en-US"/>
              <a:t>This allows us to automate scaling and management for large computer systems</a:t>
            </a:r>
          </a:p>
          <a:p>
            <a:endParaRPr lang="en-US"/>
          </a:p>
          <a:p>
            <a:r>
              <a:rPr lang="en-US"/>
              <a:t>Interface for communicating with Nautilus Cluster (also can use </a:t>
            </a:r>
            <a:r>
              <a:rPr lang="en-US" err="1"/>
              <a:t>JupyterHub</a:t>
            </a:r>
            <a:r>
              <a:rPr lang="en-US"/>
              <a:t>)</a:t>
            </a:r>
          </a:p>
        </p:txBody>
      </p:sp>
      <p:pic>
        <p:nvPicPr>
          <p:cNvPr id="1026" name="Picture 2" descr="Image result for what is kubernetes">
            <a:extLst>
              <a:ext uri="{FF2B5EF4-FFF2-40B4-BE49-F238E27FC236}">
                <a16:creationId xmlns:a16="http://schemas.microsoft.com/office/drawing/2014/main" id="{C96532CC-CB12-CA61-4F11-C9AB5E145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449" y="917914"/>
            <a:ext cx="3139440" cy="305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0A63-A388-49B1-A04E-27CE9BD62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0169" y="1152771"/>
            <a:ext cx="5431971" cy="846301"/>
          </a:xfrm>
        </p:spPr>
        <p:txBody>
          <a:bodyPr/>
          <a:lstStyle/>
          <a:p>
            <a:r>
              <a:rPr lang="en-ZA"/>
              <a:t>Important Vocabulary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40DF9D-0C9E-4C5D-9635-6B4DE10CCE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18936" y="1947265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ZA" noProof="1"/>
              <a:t>Node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0297407-CE4E-4284-879D-AEC3957136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18510" y="2276690"/>
            <a:ext cx="5431971" cy="557950"/>
          </a:xfrm>
        </p:spPr>
        <p:txBody>
          <a:bodyPr>
            <a:normAutofit/>
          </a:bodyPr>
          <a:lstStyle/>
          <a:p>
            <a:r>
              <a:rPr lang="en-ZA" noProof="1"/>
              <a:t>Physical Computer (not virtualized)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5C3A7BE-F7FC-4942-A31A-491A8A80610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3913" y="2590008"/>
            <a:ext cx="5433204" cy="36512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ZA" noProof="1"/>
              <a:t>Pod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5CCE699-03D1-4642-B46A-B14EF17DA18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3487" y="2919433"/>
            <a:ext cx="5431971" cy="557950"/>
          </a:xfrm>
        </p:spPr>
        <p:txBody>
          <a:bodyPr>
            <a:normAutofit/>
          </a:bodyPr>
          <a:lstStyle/>
          <a:p>
            <a:r>
              <a:rPr lang="en-ZA" noProof="1"/>
              <a:t>Most basic building block. Virtualized deployment unit (Virtual Machine)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1DF189-6F2F-4C21-88CC-C82D3D0D147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3517218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ZA" noProof="1"/>
              <a:t>Deployment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E82690-B145-4D4F-B2D1-0B2A8C50FD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3846643"/>
            <a:ext cx="5431971" cy="557950"/>
          </a:xfrm>
        </p:spPr>
        <p:txBody>
          <a:bodyPr>
            <a:normAutofit/>
          </a:bodyPr>
          <a:lstStyle/>
          <a:p>
            <a:r>
              <a:rPr lang="en-ZA" noProof="1"/>
              <a:t>Controls the deployment/declaration of pods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00B6D8B3-80C4-D853-6DDC-5419D65CFFA0}"/>
              </a:ext>
            </a:extLst>
          </p:cNvPr>
          <p:cNvSpPr txBox="1">
            <a:spLocks/>
          </p:cNvSpPr>
          <p:nvPr/>
        </p:nvSpPr>
        <p:spPr>
          <a:xfrm>
            <a:off x="5920595" y="4211768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noProof="1"/>
              <a:t>Job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DD6CCD2-D9A4-7C5D-90EB-8FD96F595494}"/>
              </a:ext>
            </a:extLst>
          </p:cNvPr>
          <p:cNvSpPr txBox="1">
            <a:spLocks/>
          </p:cNvSpPr>
          <p:nvPr/>
        </p:nvSpPr>
        <p:spPr>
          <a:xfrm>
            <a:off x="5920169" y="4541193"/>
            <a:ext cx="5431971" cy="557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noProof="1"/>
              <a:t>Creates pods until a task is completed</a:t>
            </a:r>
          </a:p>
        </p:txBody>
      </p:sp>
      <p:pic>
        <p:nvPicPr>
          <p:cNvPr id="2050" name="Picture 2" descr="Detection Engineering for Kubernetes clusters – NCC Group Research">
            <a:extLst>
              <a:ext uri="{FF2B5EF4-FFF2-40B4-BE49-F238E27FC236}">
                <a16:creationId xmlns:a16="http://schemas.microsoft.com/office/drawing/2014/main" id="{79EC9FB8-4A72-BE30-DFB2-0C0E637415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68" y="1819012"/>
            <a:ext cx="5245768" cy="3750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E106B0A-726D-4158-90AA-942594ECB244}"/>
              </a:ext>
            </a:extLst>
          </p:cNvPr>
          <p:cNvSpPr txBox="1">
            <a:spLocks/>
          </p:cNvSpPr>
          <p:nvPr/>
        </p:nvSpPr>
        <p:spPr>
          <a:xfrm>
            <a:off x="5918936" y="4905075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noProof="1"/>
              <a:t>Persistent Volume Claims (PVC)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8B2DD18-8ED2-73E0-3E37-0300C4515C18}"/>
              </a:ext>
            </a:extLst>
          </p:cNvPr>
          <p:cNvSpPr txBox="1">
            <a:spLocks/>
          </p:cNvSpPr>
          <p:nvPr/>
        </p:nvSpPr>
        <p:spPr>
          <a:xfrm>
            <a:off x="5918510" y="5234500"/>
            <a:ext cx="5431971" cy="557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noProof="1"/>
              <a:t>Persistent Storage, way to save data between pod shutdowns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9761E416-ADA6-27FF-A7FC-634E83113F99}"/>
              </a:ext>
            </a:extLst>
          </p:cNvPr>
          <p:cNvSpPr txBox="1">
            <a:spLocks/>
          </p:cNvSpPr>
          <p:nvPr/>
        </p:nvSpPr>
        <p:spPr>
          <a:xfrm>
            <a:off x="5925572" y="5598382"/>
            <a:ext cx="5433204" cy="36512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noProof="1"/>
              <a:t>Service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3818D4E-B2A2-F077-025F-5E9A11D078A9}"/>
              </a:ext>
            </a:extLst>
          </p:cNvPr>
          <p:cNvSpPr txBox="1">
            <a:spLocks/>
          </p:cNvSpPr>
          <p:nvPr/>
        </p:nvSpPr>
        <p:spPr>
          <a:xfrm>
            <a:off x="5925146" y="5927807"/>
            <a:ext cx="5431971" cy="557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noProof="1"/>
              <a:t>Logical abstraction for a deploying groups of pods (for a single function)</a:t>
            </a:r>
          </a:p>
        </p:txBody>
      </p:sp>
    </p:spTree>
    <p:extLst>
      <p:ext uri="{BB962C8B-B14F-4D97-AF65-F5344CB8AC3E}">
        <p14:creationId xmlns:p14="http://schemas.microsoft.com/office/powerpoint/2010/main" val="2069393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075" y="1671639"/>
            <a:ext cx="5111750" cy="1204912"/>
          </a:xfrm>
        </p:spPr>
        <p:txBody>
          <a:bodyPr/>
          <a:lstStyle/>
          <a:p>
            <a:r>
              <a:rPr lang="en-US"/>
              <a:t>Prerequisites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34FE-ADF0-4BC3-A0A9-447EA9DD09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4641683" cy="15255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ZA" noProof="1"/>
              <a:t>Make sure to download all kubernete related software and create a nautilus account (plus more…)</a:t>
            </a:r>
          </a:p>
          <a:p>
            <a:endParaRPr lang="en-ZA" noProof="1"/>
          </a:p>
          <a:p>
            <a:r>
              <a:rPr lang="en-ZA" noProof="1"/>
              <a:t>Follow this </a:t>
            </a:r>
            <a:r>
              <a:rPr lang="en-ZA" noProof="1">
                <a:hlinkClick r:id="rId2"/>
              </a:rPr>
              <a:t>Quick Start</a:t>
            </a:r>
            <a:endParaRPr lang="en-ZA" noProof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45C90E-649B-6B8D-B08E-F9929B97A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0325" y="1671639"/>
            <a:ext cx="5195425" cy="3573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1350" y="2571235"/>
            <a:ext cx="4179570" cy="1715531"/>
          </a:xfrm>
        </p:spPr>
        <p:txBody>
          <a:bodyPr/>
          <a:lstStyle/>
          <a:p>
            <a:r>
              <a:rPr lang="en-US"/>
              <a:t>Kubernetes Demo</a:t>
            </a:r>
          </a:p>
        </p:txBody>
      </p:sp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 to Pods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9BC00-84A9-6B89-9B6E-44E96C680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519" y="2831185"/>
            <a:ext cx="4354379" cy="3724598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Pods are the most basic deployable unit within a Kubernetes cluster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</a:rPr>
              <a:t>Think of them as Virtual Machines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You can create them manually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</a:rPr>
              <a:t>Only have ~6 hour lifespan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</a:rPr>
              <a:t>Use them for short tests or for loading data</a:t>
            </a:r>
            <a:endParaRPr lang="en-US" sz="16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/>
          </a:p>
        </p:txBody>
      </p:sp>
      <p:pic>
        <p:nvPicPr>
          <p:cNvPr id="3074" name="Picture 2" descr="Kubernetes Networking Guide for Beginners - Kubernetes Book">
            <a:extLst>
              <a:ext uri="{FF2B5EF4-FFF2-40B4-BE49-F238E27FC236}">
                <a16:creationId xmlns:a16="http://schemas.microsoft.com/office/drawing/2014/main" id="{A7F0F0AC-B663-FA79-09AE-A1EEBDB20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83226"/>
            <a:ext cx="59436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736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73622"/>
            <a:ext cx="8421688" cy="1325563"/>
          </a:xfrm>
        </p:spPr>
        <p:txBody>
          <a:bodyPr/>
          <a:lstStyle/>
          <a:p>
            <a:r>
              <a:rPr lang="en-US"/>
              <a:t>Setting up a Pod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ED2A1D-D8E6-C493-63E9-620797364C33}"/>
              </a:ext>
            </a:extLst>
          </p:cNvPr>
          <p:cNvSpPr txBox="1"/>
          <p:nvPr/>
        </p:nvSpPr>
        <p:spPr>
          <a:xfrm>
            <a:off x="833688" y="1428096"/>
            <a:ext cx="10524623" cy="477727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err="1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apiVersion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: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v1</a:t>
            </a:r>
            <a:endParaRPr lang="en-US" sz="2400">
              <a:effectLst/>
              <a:latin typeface="Courier New"/>
              <a:ea typeface="Calibri" panose="020F0502020204030204" pitchFamily="34" charset="0"/>
              <a:cs typeface="Courier New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kind: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Pod</a:t>
            </a:r>
            <a:endParaRPr lang="en-US" sz="2400">
              <a:effectLst/>
              <a:latin typeface="Courier New"/>
              <a:ea typeface="Calibri" panose="020F0502020204030204" pitchFamily="34" charset="0"/>
              <a:cs typeface="Courier New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metadata:</a:t>
            </a:r>
            <a:endParaRPr lang="en-US" sz="2400">
              <a:effectLst/>
              <a:latin typeface="Courier New"/>
              <a:ea typeface="Calibri" panose="020F0502020204030204" pitchFamily="34" charset="0"/>
              <a:cs typeface="Courier New"/>
            </a:endParaRPr>
          </a:p>
          <a:p>
            <a:pPr>
              <a:lnSpc>
                <a:spcPct val="106000"/>
              </a:lnSpc>
            </a:pPr>
            <a:r>
              <a:rPr lang="en-US">
                <a:solidFill>
                  <a:srgbClr val="36464E"/>
                </a:solidFill>
                <a:latin typeface="Courier New"/>
                <a:ea typeface="Times New Roman" panose="02020603050405020304" pitchFamily="18" charset="0"/>
                <a:cs typeface="Courier New"/>
              </a:rPr>
              <a:t> 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name: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test-pod</a:t>
            </a:r>
            <a:endParaRPr lang="en-US" sz="2400">
              <a:effectLst/>
              <a:latin typeface="Courier New"/>
              <a:ea typeface="Calibri" panose="020F0502020204030204" pitchFamily="34" charset="0"/>
              <a:cs typeface="Courier New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spec:</a:t>
            </a:r>
            <a:endParaRPr lang="en-US" sz="2400">
              <a:effectLst/>
              <a:latin typeface="Courier New"/>
              <a:ea typeface="Calibri" panose="020F0502020204030204" pitchFamily="34" charset="0"/>
              <a:cs typeface="Courier New"/>
            </a:endParaRPr>
          </a:p>
          <a:p>
            <a:pPr>
              <a:lnSpc>
                <a:spcPct val="106000"/>
              </a:lnSpc>
            </a:pPr>
            <a:r>
              <a:rPr lang="en-US">
                <a:solidFill>
                  <a:srgbClr val="36464E"/>
                </a:solidFill>
                <a:latin typeface="Courier New"/>
                <a:ea typeface="Times New Roman" panose="02020603050405020304" pitchFamily="18" charset="0"/>
                <a:cs typeface="Courier New"/>
              </a:rPr>
              <a:t> 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containers:</a:t>
            </a:r>
            <a:endParaRPr lang="en-US" sz="2400">
              <a:effectLst/>
              <a:latin typeface="Courier New"/>
              <a:ea typeface="Calibri" panose="020F0502020204030204" pitchFamily="34" charset="0"/>
              <a:cs typeface="Courier New"/>
            </a:endParaRPr>
          </a:p>
          <a:p>
            <a:pPr>
              <a:lnSpc>
                <a:spcPct val="106000"/>
              </a:lnSpc>
            </a:pPr>
            <a:r>
              <a:rPr lang="en-US">
                <a:solidFill>
                  <a:srgbClr val="36464E"/>
                </a:solidFill>
                <a:latin typeface="Courier New"/>
                <a:ea typeface="Times New Roman" panose="02020603050405020304" pitchFamily="18" charset="0"/>
                <a:cs typeface="Courier New"/>
              </a:rPr>
              <a:t> 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-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name: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 err="1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mypod</a:t>
            </a:r>
            <a:endParaRPr lang="en-US" sz="2400">
              <a:effectLst/>
              <a:latin typeface="Courier New"/>
              <a:ea typeface="Calibri" panose="020F0502020204030204" pitchFamily="34" charset="0"/>
              <a:cs typeface="Courier New"/>
            </a:endParaRPr>
          </a:p>
          <a:p>
            <a:pPr>
              <a:lnSpc>
                <a:spcPct val="106000"/>
              </a:lnSpc>
            </a:pPr>
            <a:r>
              <a:rPr lang="en-US">
                <a:solidFill>
                  <a:srgbClr val="36464E"/>
                </a:solidFill>
                <a:latin typeface="Courier New"/>
                <a:ea typeface="Times New Roman" panose="02020603050405020304" pitchFamily="18" charset="0"/>
                <a:cs typeface="Courier New"/>
              </a:rPr>
              <a:t>   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image: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centos</a:t>
            </a:r>
            <a:endParaRPr lang="en-US" sz="2400">
              <a:effectLst/>
              <a:latin typeface="Courier New"/>
              <a:ea typeface="Calibri" panose="020F0502020204030204" pitchFamily="34" charset="0"/>
              <a:cs typeface="Courier New"/>
            </a:endParaRPr>
          </a:p>
          <a:p>
            <a:pPr>
              <a:lnSpc>
                <a:spcPct val="106000"/>
              </a:lnSpc>
            </a:pPr>
            <a:r>
              <a:rPr lang="en-US">
                <a:solidFill>
                  <a:srgbClr val="36464E"/>
                </a:solidFill>
                <a:latin typeface="Courier New"/>
                <a:ea typeface="Times New Roman" panose="02020603050405020304" pitchFamily="18" charset="0"/>
                <a:cs typeface="Courier New"/>
              </a:rPr>
              <a:t>   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resources:</a:t>
            </a:r>
            <a:endParaRPr lang="en-US" sz="2400">
              <a:effectLst/>
              <a:latin typeface="Courier New"/>
              <a:ea typeface="Calibri" panose="020F0502020204030204" pitchFamily="34" charset="0"/>
              <a:cs typeface="Courier New"/>
            </a:endParaRPr>
          </a:p>
          <a:p>
            <a:pPr>
              <a:lnSpc>
                <a:spcPct val="106000"/>
              </a:lnSpc>
            </a:pPr>
            <a:r>
              <a:rPr lang="en-US">
                <a:solidFill>
                  <a:srgbClr val="36464E"/>
                </a:solidFill>
                <a:latin typeface="Courier New"/>
                <a:ea typeface="Times New Roman" panose="02020603050405020304" pitchFamily="18" charset="0"/>
                <a:cs typeface="Courier New"/>
              </a:rPr>
              <a:t>     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limits:</a:t>
            </a:r>
            <a:endParaRPr lang="en-US" sz="2400">
              <a:effectLst/>
              <a:latin typeface="Courier New"/>
              <a:ea typeface="Calibri" panose="020F0502020204030204" pitchFamily="34" charset="0"/>
              <a:cs typeface="Courier New"/>
            </a:endParaRPr>
          </a:p>
          <a:p>
            <a:pPr>
              <a:lnSpc>
                <a:spcPct val="106000"/>
              </a:lnSpc>
            </a:pPr>
            <a:r>
              <a:rPr lang="en-US">
                <a:solidFill>
                  <a:srgbClr val="36464E"/>
                </a:solidFill>
                <a:latin typeface="Courier New"/>
                <a:ea typeface="Times New Roman" panose="02020603050405020304" pitchFamily="18" charset="0"/>
                <a:cs typeface="Courier New"/>
              </a:rPr>
              <a:t>       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memory: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100Mi</a:t>
            </a:r>
            <a:endParaRPr lang="en-US" sz="2400">
              <a:effectLst/>
              <a:latin typeface="Courier New"/>
              <a:ea typeface="Calibri" panose="020F0502020204030204" pitchFamily="34" charset="0"/>
              <a:cs typeface="Courier New"/>
            </a:endParaRPr>
          </a:p>
          <a:p>
            <a:pPr>
              <a:lnSpc>
                <a:spcPct val="106000"/>
              </a:lnSpc>
            </a:pPr>
            <a:r>
              <a:rPr lang="en-US">
                <a:solidFill>
                  <a:srgbClr val="36464E"/>
                </a:solidFill>
                <a:latin typeface="Courier New"/>
                <a:ea typeface="Times New Roman" panose="02020603050405020304" pitchFamily="18" charset="0"/>
                <a:cs typeface="Courier New"/>
              </a:rPr>
              <a:t>       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 err="1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cpu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: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100m</a:t>
            </a:r>
            <a:endParaRPr lang="en-US" sz="2400">
              <a:effectLst/>
              <a:latin typeface="Courier New"/>
              <a:ea typeface="Calibri" panose="020F0502020204030204" pitchFamily="34" charset="0"/>
              <a:cs typeface="Courier New"/>
            </a:endParaRPr>
          </a:p>
          <a:p>
            <a:pPr>
              <a:lnSpc>
                <a:spcPct val="106000"/>
              </a:lnSpc>
            </a:pPr>
            <a:r>
              <a:rPr lang="en-US">
                <a:solidFill>
                  <a:srgbClr val="36464E"/>
                </a:solidFill>
                <a:latin typeface="Courier New"/>
                <a:ea typeface="Times New Roman" panose="02020603050405020304" pitchFamily="18" charset="0"/>
                <a:cs typeface="Courier New"/>
              </a:rPr>
              <a:t>     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requests:</a:t>
            </a:r>
            <a:endParaRPr lang="en-US" sz="2400">
              <a:effectLst/>
              <a:latin typeface="Courier New"/>
              <a:ea typeface="Calibri" panose="020F0502020204030204" pitchFamily="34" charset="0"/>
              <a:cs typeface="Courier New"/>
            </a:endParaRPr>
          </a:p>
          <a:p>
            <a:pPr>
              <a:lnSpc>
                <a:spcPct val="106000"/>
              </a:lnSpc>
            </a:pPr>
            <a:r>
              <a:rPr lang="en-US">
                <a:solidFill>
                  <a:srgbClr val="36464E"/>
                </a:solidFill>
                <a:latin typeface="Courier New"/>
                <a:ea typeface="Times New Roman" panose="02020603050405020304" pitchFamily="18" charset="0"/>
                <a:cs typeface="Courier New"/>
              </a:rPr>
              <a:t>       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memory: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100Mi</a:t>
            </a:r>
            <a:endParaRPr lang="en-US" sz="2400">
              <a:effectLst/>
              <a:latin typeface="Courier New"/>
              <a:ea typeface="Calibri" panose="020F0502020204030204" pitchFamily="34" charset="0"/>
              <a:cs typeface="Courier New"/>
            </a:endParaRPr>
          </a:p>
          <a:p>
            <a:pPr>
              <a:lnSpc>
                <a:spcPct val="106000"/>
              </a:lnSpc>
            </a:pPr>
            <a:r>
              <a:rPr lang="en-US">
                <a:solidFill>
                  <a:srgbClr val="36464E"/>
                </a:solidFill>
                <a:latin typeface="Courier New"/>
                <a:ea typeface="Times New Roman" panose="02020603050405020304" pitchFamily="18" charset="0"/>
                <a:cs typeface="Courier New"/>
              </a:rPr>
              <a:t>       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 err="1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cpu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: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100m</a:t>
            </a:r>
            <a:endParaRPr lang="en-US" sz="2400">
              <a:effectLst/>
              <a:latin typeface="Courier New"/>
              <a:ea typeface="Calibri" panose="020F0502020204030204" pitchFamily="34" charset="0"/>
              <a:cs typeface="Courier New"/>
            </a:endParaRP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en-US">
                <a:solidFill>
                  <a:srgbClr val="36464E"/>
                </a:solidFill>
                <a:latin typeface="Courier New"/>
                <a:ea typeface="Times New Roman" panose="02020603050405020304" pitchFamily="18" charset="0"/>
                <a:cs typeface="Courier New"/>
              </a:rPr>
              <a:t>   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command: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["</a:t>
            </a:r>
            <a:r>
              <a:rPr lang="en-US" sz="1800" err="1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sh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",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"-c",</a:t>
            </a:r>
            <a:r>
              <a:rPr lang="en-US" sz="1800">
                <a:solidFill>
                  <a:srgbClr val="36464E"/>
                </a:solidFill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"echo '</a:t>
            </a:r>
            <a:r>
              <a:rPr lang="en-US" sz="1800" err="1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Im</a:t>
            </a:r>
            <a:r>
              <a:rPr lang="en-US" sz="1800">
                <a:effectLst/>
                <a:latin typeface="Courier New"/>
                <a:ea typeface="Times New Roman" panose="02020603050405020304" pitchFamily="18" charset="0"/>
                <a:cs typeface="Courier New"/>
              </a:rPr>
              <a:t> a new pod' &amp;&amp; sleep infinity"]</a:t>
            </a:r>
            <a:endParaRPr lang="en-US" sz="2400">
              <a:effectLst/>
              <a:latin typeface="Courier New"/>
              <a:ea typeface="Calibri" panose="020F0502020204030204" pitchFamily="34" charset="0"/>
              <a:cs typeface="Courier New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7761F1-9258-018D-B3D0-3CB7B2CFE2EC}"/>
              </a:ext>
            </a:extLst>
          </p:cNvPr>
          <p:cNvSpPr txBox="1"/>
          <p:nvPr/>
        </p:nvSpPr>
        <p:spPr>
          <a:xfrm>
            <a:off x="4903871" y="1399185"/>
            <a:ext cx="5659855" cy="3744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Create </a:t>
            </a:r>
            <a:r>
              <a:rPr lang="en-US" sz="160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yaml</a:t>
            </a: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file: </a:t>
            </a:r>
            <a:r>
              <a:rPr lang="en-US" sz="16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testpod.yaml</a:t>
            </a:r>
            <a:r>
              <a:rPr lang="en-US" sz="16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with the following lines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Line 2: tells Kubernetes what type of structure you are creating (in this case a pod)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Line 3/4: defines the name of the new pod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Line 8: The image is the version of OS the pod will be running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Lines 10-15: Expresses the resources we would like to request for our pod. 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lphaLcPeriod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Line 16: When the pod opens what would we like it to do.</a:t>
            </a:r>
          </a:p>
        </p:txBody>
      </p:sp>
    </p:spTree>
    <p:extLst>
      <p:ext uri="{BB962C8B-B14F-4D97-AF65-F5344CB8AC3E}">
        <p14:creationId xmlns:p14="http://schemas.microsoft.com/office/powerpoint/2010/main" val="2121178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4F95-9752-917A-04B7-5D1ED0339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73622"/>
            <a:ext cx="8421688" cy="1325563"/>
          </a:xfrm>
        </p:spPr>
        <p:txBody>
          <a:bodyPr/>
          <a:lstStyle/>
          <a:p>
            <a:r>
              <a:rPr lang="en-US"/>
              <a:t>Creating a Pod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1DFD8CE-5467-79FF-FAEF-80DEBBE354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4323"/>
          <a:stretch/>
        </p:blipFill>
        <p:spPr>
          <a:xfrm>
            <a:off x="96252" y="4077633"/>
            <a:ext cx="11875167" cy="24434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CB2E27A-638E-F2DF-3CE8-3AC3F252B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53" y="1173921"/>
            <a:ext cx="11875168" cy="293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216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4F95-9752-917A-04B7-5D1ED0339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73622"/>
            <a:ext cx="8421688" cy="1325563"/>
          </a:xfrm>
        </p:spPr>
        <p:txBody>
          <a:bodyPr/>
          <a:lstStyle/>
          <a:p>
            <a:r>
              <a:rPr lang="en-US"/>
              <a:t> SSH onto a Pod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32BA22-7223-D6BD-FE53-BE3AC2EC1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467024"/>
            <a:ext cx="12192000" cy="406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557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 to Deployments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9BC00-84A9-6B89-9B6E-44E96C680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519" y="2831185"/>
            <a:ext cx="4354379" cy="3724598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Deployments tell how to create/modify instances of pods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</a:rPr>
              <a:t>Deployments are used to create pods and control how they are “deployed”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Will redeploy </a:t>
            </a: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</a:rPr>
              <a:t>a pod if it “dies”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Depl</a:t>
            </a: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</a:rPr>
              <a:t>oyments should be used to create pods that you need to SSH onto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Pods will have a ~2 week lifespan*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16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098" name="Picture 2" descr="Kubernetes Deployment Tutorial with YAML - Kubernetes Book">
            <a:extLst>
              <a:ext uri="{FF2B5EF4-FFF2-40B4-BE49-F238E27FC236}">
                <a16:creationId xmlns:a16="http://schemas.microsoft.com/office/drawing/2014/main" id="{F05CF6EB-A778-00E2-D46E-133D51673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379" y="300788"/>
            <a:ext cx="5813592" cy="5979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230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73622"/>
            <a:ext cx="8421688" cy="1325563"/>
          </a:xfrm>
        </p:spPr>
        <p:txBody>
          <a:bodyPr/>
          <a:lstStyle/>
          <a:p>
            <a:r>
              <a:rPr lang="en-US"/>
              <a:t>Setting up a Deployment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ED2A1D-D8E6-C493-63E9-620797364C33}"/>
              </a:ext>
            </a:extLst>
          </p:cNvPr>
          <p:cNvSpPr txBox="1"/>
          <p:nvPr/>
        </p:nvSpPr>
        <p:spPr>
          <a:xfrm>
            <a:off x="782353" y="888803"/>
            <a:ext cx="10524623" cy="5377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apiVersion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apps/v1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kind:</a:t>
            </a: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Deployment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metadata: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name:</a:t>
            </a: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test-dep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labels: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k8s-app:</a:t>
            </a: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test-dep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spec: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replicas:</a:t>
            </a: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selector: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120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matchLabels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k8s-app:</a:t>
            </a: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test-dep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template: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metadata:</a:t>
            </a: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labels: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k8s-app:</a:t>
            </a: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test-dep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spec: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containers: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-</a:t>
            </a: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name:</a:t>
            </a: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20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mypod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image:</a:t>
            </a: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centos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resources: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limits: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memory:</a:t>
            </a: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500Mi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 </a:t>
            </a:r>
            <a:r>
              <a:rPr lang="en-US" sz="120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cpu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500m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requests: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memory:</a:t>
            </a: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100Mi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     </a:t>
            </a:r>
            <a:r>
              <a:rPr lang="en-US" sz="120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cpu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50m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command:</a:t>
            </a: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["</a:t>
            </a:r>
            <a:r>
              <a:rPr lang="en-US" sz="120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sh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",</a:t>
            </a: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"-c",</a:t>
            </a:r>
            <a:r>
              <a:rPr lang="en-US" sz="1200">
                <a:solidFill>
                  <a:srgbClr val="36464E"/>
                </a:solidFill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20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"sleep infinity"]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7761F1-9258-018D-B3D0-3CB7B2CFE2EC}"/>
              </a:ext>
            </a:extLst>
          </p:cNvPr>
          <p:cNvSpPr txBox="1"/>
          <p:nvPr/>
        </p:nvSpPr>
        <p:spPr>
          <a:xfrm>
            <a:off x="4903871" y="1399185"/>
            <a:ext cx="5659855" cy="1897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Create </a:t>
            </a:r>
            <a:r>
              <a:rPr lang="en-US" sz="160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yaml</a:t>
            </a: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file: </a:t>
            </a:r>
            <a:r>
              <a:rPr lang="en-US" sz="16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testdep.yaml</a:t>
            </a:r>
            <a:r>
              <a:rPr lang="en-US" sz="16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with the following lines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Line 7/8: says to create 1 copy of the k8s-app “test-dep”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</a:rPr>
              <a:t>Line 12-27: defines “test-dep” k8s-app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Notice we give a higher limit than requests</a:t>
            </a:r>
          </a:p>
        </p:txBody>
      </p:sp>
    </p:spTree>
    <p:extLst>
      <p:ext uri="{BB962C8B-B14F-4D97-AF65-F5344CB8AC3E}">
        <p14:creationId xmlns:p14="http://schemas.microsoft.com/office/powerpoint/2010/main" val="4095846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4F95-9752-917A-04B7-5D1ED0339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73622"/>
            <a:ext cx="8421688" cy="1325563"/>
          </a:xfrm>
        </p:spPr>
        <p:txBody>
          <a:bodyPr/>
          <a:lstStyle/>
          <a:p>
            <a:r>
              <a:rPr lang="en-US"/>
              <a:t>Creating a Deployment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4195CDA-B186-CC17-F5D7-381920BC7568}"/>
              </a:ext>
            </a:extLst>
          </p:cNvPr>
          <p:cNvGrpSpPr/>
          <p:nvPr/>
        </p:nvGrpSpPr>
        <p:grpSpPr>
          <a:xfrm>
            <a:off x="0" y="1399185"/>
            <a:ext cx="12192000" cy="4796893"/>
            <a:chOff x="0" y="1399185"/>
            <a:chExt cx="12192000" cy="479689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E764F59-37C5-8111-A283-92B0E1CB85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15232"/>
            <a:stretch/>
          </p:blipFill>
          <p:spPr>
            <a:xfrm>
              <a:off x="0" y="1399185"/>
              <a:ext cx="12192000" cy="4303783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8F80FAF-E4FC-C659-BE23-C3CB02BB4C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90051"/>
            <a:stretch/>
          </p:blipFill>
          <p:spPr>
            <a:xfrm>
              <a:off x="0" y="5690936"/>
              <a:ext cx="12192000" cy="5051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38353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4F95-9752-917A-04B7-5D1ED0339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73622"/>
            <a:ext cx="8421688" cy="1325563"/>
          </a:xfrm>
        </p:spPr>
        <p:txBody>
          <a:bodyPr/>
          <a:lstStyle/>
          <a:p>
            <a:r>
              <a:rPr lang="en-US"/>
              <a:t>Deleting a Deployment Pod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02A956F-93C8-1404-4654-8986215D6913}"/>
              </a:ext>
            </a:extLst>
          </p:cNvPr>
          <p:cNvGrpSpPr/>
          <p:nvPr/>
        </p:nvGrpSpPr>
        <p:grpSpPr>
          <a:xfrm>
            <a:off x="549442" y="1022281"/>
            <a:ext cx="11093116" cy="5835719"/>
            <a:chOff x="0" y="992538"/>
            <a:chExt cx="12192000" cy="641380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00E0D83-EA45-9D42-7A9B-51817BB91F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992538"/>
              <a:ext cx="12192000" cy="542637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87D948A-DF50-64BB-9437-80E5CCBB8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6418915"/>
              <a:ext cx="12192000" cy="9874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3987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73622"/>
            <a:ext cx="8421688" cy="1325563"/>
          </a:xfrm>
        </p:spPr>
        <p:txBody>
          <a:bodyPr/>
          <a:lstStyle/>
          <a:p>
            <a:r>
              <a:rPr lang="en-US"/>
              <a:t>Setting up a PVC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ED2A1D-D8E6-C493-63E9-620797364C33}"/>
              </a:ext>
            </a:extLst>
          </p:cNvPr>
          <p:cNvSpPr txBox="1"/>
          <p:nvPr/>
        </p:nvSpPr>
        <p:spPr>
          <a:xfrm>
            <a:off x="556961" y="1768000"/>
            <a:ext cx="10524623" cy="33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apiVersion</a:t>
            </a: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v1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kind: </a:t>
            </a:r>
            <a:r>
              <a:rPr lang="en-US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PersistentVolumeClaim</a:t>
            </a:r>
            <a:endParaRPr lang="en-US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metadata: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name: test-vol0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spec: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storageClassName</a:t>
            </a: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rook-</a:t>
            </a:r>
            <a:r>
              <a:rPr lang="en-US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cephfs</a:t>
            </a:r>
            <a:endParaRPr lang="en-US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accessModes</a:t>
            </a: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- </a:t>
            </a:r>
            <a:r>
              <a:rPr lang="en-US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ReadWriteMany</a:t>
            </a:r>
            <a:endParaRPr lang="en-US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resources: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requests: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storage: 16Gi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7761F1-9258-018D-B3D0-3CB7B2CFE2EC}"/>
              </a:ext>
            </a:extLst>
          </p:cNvPr>
          <p:cNvSpPr txBox="1"/>
          <p:nvPr/>
        </p:nvSpPr>
        <p:spPr>
          <a:xfrm>
            <a:off x="4903871" y="1399185"/>
            <a:ext cx="5659855" cy="3744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Create </a:t>
            </a:r>
            <a:r>
              <a:rPr lang="en-US" sz="160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yaml</a:t>
            </a: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file: </a:t>
            </a:r>
            <a:r>
              <a:rPr lang="en-US" sz="1600">
                <a:effectLst/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testpvc0.yaml</a:t>
            </a:r>
            <a:r>
              <a:rPr lang="en-US" sz="16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with the following lines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Notice that this is neither a pod or deployment but a Persistent Volume Claim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Under </a:t>
            </a:r>
            <a:r>
              <a:rPr lang="en-US" sz="160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accessModes</a:t>
            </a: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we have selected </a:t>
            </a:r>
            <a:r>
              <a:rPr lang="en-US" sz="160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ReadWriteMany</a:t>
            </a: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meaning we want to be able to read and write to this storage from multiple pods rather than it being only able to be accessed by one pod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Under resources we can see that we are requesting 16 GB of storage</a:t>
            </a:r>
          </a:p>
        </p:txBody>
      </p:sp>
    </p:spTree>
    <p:extLst>
      <p:ext uri="{BB962C8B-B14F-4D97-AF65-F5344CB8AC3E}">
        <p14:creationId xmlns:p14="http://schemas.microsoft.com/office/powerpoint/2010/main" val="3591746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683669" cy="1325563"/>
          </a:xfrm>
        </p:spPr>
        <p:txBody>
          <a:bodyPr>
            <a:normAutofit fontScale="90000"/>
          </a:bodyPr>
          <a:lstStyle/>
          <a:p>
            <a:r>
              <a:rPr lang="en-US"/>
              <a:t>Intro to Persistent Volume Claims (PVC)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9BC00-84A9-6B89-9B6E-44E96C680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519" y="2831185"/>
            <a:ext cx="4354379" cy="3724598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Pods will lose their memory/storage when destroyed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</a:rPr>
              <a:t>Use PVCs to store data between pods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Connect PVCs to pods to be able to easily transfer/store data</a:t>
            </a:r>
          </a:p>
        </p:txBody>
      </p:sp>
      <p:pic>
        <p:nvPicPr>
          <p:cNvPr id="5124" name="Picture 4" descr="Kubernetes Persistent Volumes - Ultimate Guide">
            <a:extLst>
              <a:ext uri="{FF2B5EF4-FFF2-40B4-BE49-F238E27FC236}">
                <a16:creationId xmlns:a16="http://schemas.microsoft.com/office/drawing/2014/main" id="{2A76A464-BBA2-06AF-68A2-8FC74DA99B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4" t="2334" r="1677" b="7100"/>
          <a:stretch/>
        </p:blipFill>
        <p:spPr bwMode="auto">
          <a:xfrm>
            <a:off x="5731042" y="2346008"/>
            <a:ext cx="6460958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35503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335" y="-60158"/>
            <a:ext cx="8421688" cy="1325563"/>
          </a:xfrm>
        </p:spPr>
        <p:txBody>
          <a:bodyPr/>
          <a:lstStyle/>
          <a:p>
            <a:r>
              <a:rPr lang="en-US"/>
              <a:t>Setting up a PVC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ED2A1D-D8E6-C493-63E9-620797364C33}"/>
              </a:ext>
            </a:extLst>
          </p:cNvPr>
          <p:cNvSpPr txBox="1"/>
          <p:nvPr/>
        </p:nvSpPr>
        <p:spPr>
          <a:xfrm>
            <a:off x="400551" y="736403"/>
            <a:ext cx="3882691" cy="557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apiVersion</a:t>
            </a: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v1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kind: Pod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metadata: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name: test-pod0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spec: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containers: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- name: 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mypod</a:t>
            </a:r>
            <a:endParaRPr lang="en-US" sz="14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image: centos:centos7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command: ["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sh</a:t>
            </a: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", "-c", "sleep infinity"]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resources: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limits: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memory: 100Mi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cpu</a:t>
            </a: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100m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requests: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memory: 100Mi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cpu</a:t>
            </a: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100m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volumeMounts</a:t>
            </a: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- 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mountPath</a:t>
            </a: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/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pvcvolume</a:t>
            </a:r>
            <a:endParaRPr lang="en-US" sz="14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name: 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examplevol</a:t>
            </a:r>
            <a:endParaRPr lang="en-US" sz="14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volumes: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- name: 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examplevol</a:t>
            </a:r>
            <a:endParaRPr lang="en-US" sz="14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persistentVolumeClaim</a:t>
            </a: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claimName</a:t>
            </a: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test-vol0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7761F1-9258-018D-B3D0-3CB7B2CFE2EC}"/>
              </a:ext>
            </a:extLst>
          </p:cNvPr>
          <p:cNvSpPr txBox="1"/>
          <p:nvPr/>
        </p:nvSpPr>
        <p:spPr>
          <a:xfrm>
            <a:off x="7380664" y="1014174"/>
            <a:ext cx="4711073" cy="1897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2. Set up 2 Pods to read from the PVC (</a:t>
            </a:r>
            <a:r>
              <a:rPr 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testpvcpod0.yaml</a:t>
            </a: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 | </a:t>
            </a:r>
            <a:r>
              <a:rPr lang="en-US" sz="16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testpvcpod1.yaml</a:t>
            </a: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We can attach the </a:t>
            </a:r>
            <a:r>
              <a:rPr lang="en-US" sz="16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pvc</a:t>
            </a:r>
            <a:r>
              <a:rPr lang="en-US" sz="16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through volumes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Mount the </a:t>
            </a:r>
            <a:r>
              <a:rPr lang="en-US" sz="1600" dirty="0" err="1">
                <a:ea typeface="Calibri" panose="020F0502020204030204" pitchFamily="34" charset="0"/>
                <a:cs typeface="Arial" panose="020B0604020202020204" pitchFamily="34" charset="0"/>
              </a:rPr>
              <a:t>pvc</a:t>
            </a: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 to the pod’s file system with </a:t>
            </a:r>
            <a:r>
              <a:rPr lang="en-US" sz="1600" dirty="0" err="1">
                <a:ea typeface="Calibri" panose="020F0502020204030204" pitchFamily="34" charset="0"/>
                <a:cs typeface="Arial" panose="020B0604020202020204" pitchFamily="34" charset="0"/>
              </a:rPr>
              <a:t>volumeMounts</a:t>
            </a: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 (</a:t>
            </a:r>
            <a:r>
              <a:rPr lang="en-US" sz="1600" dirty="0" err="1">
                <a:ea typeface="Calibri" panose="020F0502020204030204" pitchFamily="34" charset="0"/>
                <a:cs typeface="Arial" panose="020B0604020202020204" pitchFamily="34" charset="0"/>
              </a:rPr>
              <a:t>mountPath</a:t>
            </a:r>
            <a:r>
              <a:rPr lang="en-US" sz="1600" dirty="0"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en-US" sz="16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303A01-3523-D31B-AFFD-39951FA7CABA}"/>
              </a:ext>
            </a:extLst>
          </p:cNvPr>
          <p:cNvSpPr txBox="1"/>
          <p:nvPr/>
        </p:nvSpPr>
        <p:spPr>
          <a:xfrm>
            <a:off x="4214562" y="736403"/>
            <a:ext cx="3694198" cy="5573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apiVersion</a:t>
            </a: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v1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kind: Pod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metadata: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name: test-pod1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spec: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containers: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- name: 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mypod</a:t>
            </a:r>
            <a:endParaRPr lang="en-US" sz="14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image: centos:centos7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command: ["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sh</a:t>
            </a: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", "-c", "sleep infinity"]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resources: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limits: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memory: 100Mi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cpu</a:t>
            </a: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100m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requests: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memory: 100Mi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cpu</a:t>
            </a: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100m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volumeMounts</a:t>
            </a: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- 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mountPath</a:t>
            </a: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/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pvcvolume</a:t>
            </a:r>
            <a:endParaRPr lang="en-US" sz="14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name: 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examplevol</a:t>
            </a:r>
            <a:endParaRPr lang="en-US" sz="14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volumes: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- name: 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examplevol</a:t>
            </a:r>
            <a:endParaRPr lang="en-US" sz="14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persistentVolumeClaim</a:t>
            </a: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sz="14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claimName</a:t>
            </a:r>
            <a:r>
              <a:rPr lang="en-US" sz="14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test-vol0</a:t>
            </a:r>
          </a:p>
        </p:txBody>
      </p:sp>
    </p:spTree>
    <p:extLst>
      <p:ext uri="{BB962C8B-B14F-4D97-AF65-F5344CB8AC3E}">
        <p14:creationId xmlns:p14="http://schemas.microsoft.com/office/powerpoint/2010/main" val="452776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4F95-9752-917A-04B7-5D1ED0339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73622"/>
            <a:ext cx="8421688" cy="1325563"/>
          </a:xfrm>
        </p:spPr>
        <p:txBody>
          <a:bodyPr/>
          <a:lstStyle/>
          <a:p>
            <a:r>
              <a:rPr lang="en-US"/>
              <a:t>Creating a PVC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1604739-57E1-E260-0713-B4037D233734}"/>
              </a:ext>
            </a:extLst>
          </p:cNvPr>
          <p:cNvGrpSpPr/>
          <p:nvPr/>
        </p:nvGrpSpPr>
        <p:grpSpPr>
          <a:xfrm>
            <a:off x="-59377" y="1311443"/>
            <a:ext cx="12192000" cy="3525254"/>
            <a:chOff x="0" y="1251285"/>
            <a:chExt cx="12192000" cy="352525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43FB419-1964-F6D2-9BFB-BCD9CEEBC2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81934"/>
            <a:stretch/>
          </p:blipFill>
          <p:spPr>
            <a:xfrm>
              <a:off x="0" y="1251285"/>
              <a:ext cx="12192000" cy="1876926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53B63A6-2D4C-7EDC-32FB-92C50055D3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4784" b="71742"/>
            <a:stretch/>
          </p:blipFill>
          <p:spPr>
            <a:xfrm>
              <a:off x="0" y="3128211"/>
              <a:ext cx="12192000" cy="36094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BDD82D8-5371-4FCE-080C-630226F0BE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70529" b="17080"/>
            <a:stretch/>
          </p:blipFill>
          <p:spPr>
            <a:xfrm>
              <a:off x="0" y="3489159"/>
              <a:ext cx="12192000" cy="12873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22649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4F95-9752-917A-04B7-5D1ED0339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73622"/>
            <a:ext cx="8421688" cy="1325563"/>
          </a:xfrm>
        </p:spPr>
        <p:txBody>
          <a:bodyPr/>
          <a:lstStyle/>
          <a:p>
            <a:r>
              <a:rPr lang="en-US"/>
              <a:t>Saving Files using PVC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7C012E-5F93-2643-8E5C-3A7A8F97E482}"/>
              </a:ext>
            </a:extLst>
          </p:cNvPr>
          <p:cNvGrpSpPr/>
          <p:nvPr/>
        </p:nvGrpSpPr>
        <p:grpSpPr>
          <a:xfrm>
            <a:off x="228600" y="1130969"/>
            <a:ext cx="11538284" cy="5727032"/>
            <a:chOff x="0" y="1251285"/>
            <a:chExt cx="12192000" cy="620202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9676B98-6613-4F41-8D28-E90C9E83C5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82920"/>
            <a:stretch/>
          </p:blipFill>
          <p:spPr>
            <a:xfrm>
              <a:off x="0" y="5678907"/>
              <a:ext cx="12192000" cy="1774404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970967F-E28E-318E-1F5E-57C40990BE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28142" b="29239"/>
            <a:stretch/>
          </p:blipFill>
          <p:spPr>
            <a:xfrm>
              <a:off x="0" y="1251285"/>
              <a:ext cx="12192000" cy="44276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687888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3683669" cy="1325563"/>
          </a:xfrm>
        </p:spPr>
        <p:txBody>
          <a:bodyPr>
            <a:normAutofit/>
          </a:bodyPr>
          <a:lstStyle/>
          <a:p>
            <a:r>
              <a:rPr lang="en-US"/>
              <a:t>Intro to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9BC00-84A9-6B89-9B6E-44E96C680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519" y="2831185"/>
            <a:ext cx="4354379" cy="3724598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Jobs will continuously try to create pods until a </a:t>
            </a: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</a:rPr>
              <a:t>successful execution of the given commands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Will fail after a specified number of failures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</a:rPr>
              <a:t>Use jobs for large scale testing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Pipeline is built in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</a:rPr>
              <a:t>Jobs don’t have a max lifespan*</a:t>
            </a:r>
            <a:endParaRPr lang="en-US" sz="16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146" name="Picture 2" descr="Kubernetes Batch Jobs: A Comprehensive Guide 101 - Learn | Hevo">
            <a:extLst>
              <a:ext uri="{FF2B5EF4-FFF2-40B4-BE49-F238E27FC236}">
                <a16:creationId xmlns:a16="http://schemas.microsoft.com/office/drawing/2014/main" id="{0DA82969-C53B-4780-AFF2-4FE0A0C45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618" y="1652230"/>
            <a:ext cx="6365382" cy="4100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65488712-15EC-1974-C06E-AFF87A7DF888}"/>
              </a:ext>
            </a:extLst>
          </p:cNvPr>
          <p:cNvSpPr/>
          <p:nvPr/>
        </p:nvSpPr>
        <p:spPr>
          <a:xfrm>
            <a:off x="5101389" y="168442"/>
            <a:ext cx="3465095" cy="1483788"/>
          </a:xfrm>
          <a:prstGeom prst="wedgeRoundRectCallout">
            <a:avLst>
              <a:gd name="adj1" fmla="val -73611"/>
              <a:gd name="adj2" fmla="val 754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DO NOT USE THE COMMAND `SLEEP INFINITY` in your Job!</a:t>
            </a:r>
          </a:p>
        </p:txBody>
      </p:sp>
    </p:spTree>
    <p:extLst>
      <p:ext uri="{BB962C8B-B14F-4D97-AF65-F5344CB8AC3E}">
        <p14:creationId xmlns:p14="http://schemas.microsoft.com/office/powerpoint/2010/main" val="8817618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73622"/>
            <a:ext cx="8421688" cy="1325563"/>
          </a:xfrm>
        </p:spPr>
        <p:txBody>
          <a:bodyPr/>
          <a:lstStyle/>
          <a:p>
            <a:r>
              <a:rPr lang="en-US"/>
              <a:t>Setting up a Job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ED2A1D-D8E6-C493-63E9-620797364C33}"/>
              </a:ext>
            </a:extLst>
          </p:cNvPr>
          <p:cNvSpPr txBox="1"/>
          <p:nvPr/>
        </p:nvSpPr>
        <p:spPr>
          <a:xfrm>
            <a:off x="376488" y="446452"/>
            <a:ext cx="4527383" cy="635385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6000"/>
              </a:lnSpc>
            </a:pPr>
            <a:r>
              <a:rPr lang="en-US" sz="1200" err="1">
                <a:latin typeface="Courier New"/>
                <a:cs typeface="Courier New"/>
              </a:rPr>
              <a:t>apiVersion</a:t>
            </a:r>
            <a:r>
              <a:rPr lang="en-US" sz="1200">
                <a:latin typeface="Courier New"/>
                <a:cs typeface="Courier New"/>
              </a:rPr>
              <a:t>: batch/v1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kind: Job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metadata: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 name: </a:t>
            </a:r>
            <a:r>
              <a:rPr lang="en-US" sz="1200" err="1">
                <a:latin typeface="Courier New"/>
                <a:cs typeface="Courier New"/>
              </a:rPr>
              <a:t>testjob</a:t>
            </a:r>
            <a:endParaRPr lang="en-US" sz="1200">
              <a:latin typeface="Courier New"/>
              <a:cs typeface="Courier New"/>
            </a:endParaRPr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spec: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 template: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 spec: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 containers: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 - name: demo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   image: gitlab-registry.nrp-nautilus.io/</a:t>
            </a:r>
            <a:r>
              <a:rPr lang="en-US" sz="1200" err="1">
                <a:latin typeface="Courier New"/>
                <a:cs typeface="Courier New"/>
              </a:rPr>
              <a:t>prp</a:t>
            </a:r>
            <a:r>
              <a:rPr lang="en-US" sz="1200">
                <a:latin typeface="Courier New"/>
                <a:cs typeface="Courier New"/>
              </a:rPr>
              <a:t>/</a:t>
            </a:r>
            <a:r>
              <a:rPr lang="en-US" sz="1200" err="1">
                <a:latin typeface="Courier New"/>
                <a:cs typeface="Courier New"/>
              </a:rPr>
              <a:t>jupyter</a:t>
            </a:r>
            <a:r>
              <a:rPr lang="en-US" sz="1200">
                <a:latin typeface="Courier New"/>
                <a:cs typeface="Courier New"/>
              </a:rPr>
              <a:t>-stack/</a:t>
            </a:r>
            <a:r>
              <a:rPr lang="en-US" sz="1200" err="1">
                <a:latin typeface="Courier New"/>
                <a:cs typeface="Courier New"/>
              </a:rPr>
              <a:t>prp:latest</a:t>
            </a:r>
            <a:endParaRPr lang="en-US" sz="1200">
              <a:latin typeface="Courier New"/>
              <a:cs typeface="Courier New"/>
            </a:endParaRPr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   command: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   - </a:t>
            </a:r>
            <a:r>
              <a:rPr lang="en-US" sz="1200" err="1">
                <a:latin typeface="Courier New"/>
                <a:cs typeface="Courier New"/>
              </a:rPr>
              <a:t>sh</a:t>
            </a:r>
            <a:endParaRPr lang="en-US" sz="1200">
              <a:latin typeface="Courier New"/>
              <a:cs typeface="Courier New"/>
            </a:endParaRPr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   - -c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   - "cd /</a:t>
            </a:r>
            <a:r>
              <a:rPr lang="en-US" sz="1200" err="1">
                <a:latin typeface="Courier New"/>
                <a:cs typeface="Courier New"/>
              </a:rPr>
              <a:t>persistentvol</a:t>
            </a:r>
            <a:r>
              <a:rPr lang="en-US" sz="1200">
                <a:latin typeface="Courier New"/>
                <a:cs typeface="Courier New"/>
              </a:rPr>
              <a:t> &amp;&amp; python decisiontree.py"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   </a:t>
            </a:r>
            <a:r>
              <a:rPr lang="en-US" sz="1200" err="1">
                <a:latin typeface="Courier New"/>
                <a:cs typeface="Courier New"/>
              </a:rPr>
              <a:t>volumeMounts</a:t>
            </a:r>
            <a:r>
              <a:rPr lang="en-US" sz="1200">
                <a:latin typeface="Courier New"/>
                <a:cs typeface="Courier New"/>
              </a:rPr>
              <a:t>: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   - name: </a:t>
            </a:r>
            <a:r>
              <a:rPr lang="en-US" sz="1200" err="1">
                <a:latin typeface="Courier New"/>
                <a:cs typeface="Courier New"/>
              </a:rPr>
              <a:t>persistentvol</a:t>
            </a:r>
            <a:endParaRPr lang="en-US" sz="1200">
              <a:latin typeface="Courier New"/>
              <a:cs typeface="Courier New"/>
            </a:endParaRPr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     </a:t>
            </a:r>
            <a:r>
              <a:rPr lang="en-US" sz="1200" err="1">
                <a:latin typeface="Courier New"/>
                <a:cs typeface="Courier New"/>
              </a:rPr>
              <a:t>mountPath</a:t>
            </a:r>
            <a:r>
              <a:rPr lang="en-US" sz="1200">
                <a:latin typeface="Courier New"/>
                <a:cs typeface="Courier New"/>
              </a:rPr>
              <a:t>: /</a:t>
            </a:r>
            <a:r>
              <a:rPr lang="en-US" sz="1200" err="1">
                <a:latin typeface="Courier New"/>
                <a:cs typeface="Courier New"/>
              </a:rPr>
              <a:t>persistentvol</a:t>
            </a:r>
            <a:endParaRPr lang="en-US" sz="1200">
              <a:latin typeface="Courier New"/>
              <a:cs typeface="Courier New"/>
            </a:endParaRPr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   resources: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     limits: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       memory: 16Gi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       </a:t>
            </a:r>
            <a:r>
              <a:rPr lang="en-US" sz="1200" err="1">
                <a:latin typeface="Courier New"/>
                <a:cs typeface="Courier New"/>
              </a:rPr>
              <a:t>cpu</a:t>
            </a:r>
            <a:r>
              <a:rPr lang="en-US" sz="1200">
                <a:latin typeface="Courier New"/>
                <a:cs typeface="Courier New"/>
              </a:rPr>
              <a:t>: "4"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     requests: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       memory: 8Gi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       </a:t>
            </a:r>
            <a:r>
              <a:rPr lang="en-US" sz="1200" err="1">
                <a:latin typeface="Courier New"/>
                <a:cs typeface="Courier New"/>
              </a:rPr>
              <a:t>cpu</a:t>
            </a:r>
            <a:r>
              <a:rPr lang="en-US" sz="1200">
                <a:latin typeface="Courier New"/>
                <a:cs typeface="Courier New"/>
              </a:rPr>
              <a:t>: "2"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 volumes: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 - name: </a:t>
            </a:r>
            <a:r>
              <a:rPr lang="en-US" sz="1200" err="1">
                <a:latin typeface="Courier New"/>
                <a:cs typeface="Courier New"/>
              </a:rPr>
              <a:t>persistentvol</a:t>
            </a:r>
            <a:endParaRPr lang="en-US" sz="1200">
              <a:latin typeface="Courier New"/>
              <a:cs typeface="Courier New"/>
            </a:endParaRPr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   </a:t>
            </a:r>
            <a:r>
              <a:rPr lang="en-US" sz="1200" err="1">
                <a:latin typeface="Courier New"/>
                <a:cs typeface="Courier New"/>
              </a:rPr>
              <a:t>persistentVolumeClaim</a:t>
            </a:r>
            <a:r>
              <a:rPr lang="en-US" sz="1200">
                <a:latin typeface="Courier New"/>
                <a:cs typeface="Courier New"/>
              </a:rPr>
              <a:t>: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     </a:t>
            </a:r>
            <a:r>
              <a:rPr lang="en-US" sz="1200" err="1">
                <a:latin typeface="Courier New"/>
                <a:cs typeface="Courier New"/>
              </a:rPr>
              <a:t>claimName</a:t>
            </a:r>
            <a:r>
              <a:rPr lang="en-US" sz="1200">
                <a:latin typeface="Courier New"/>
                <a:cs typeface="Courier New"/>
              </a:rPr>
              <a:t>: test-vol1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     </a:t>
            </a:r>
            <a:r>
              <a:rPr lang="en-US" sz="1200" err="1">
                <a:latin typeface="Courier New"/>
                <a:cs typeface="Courier New"/>
              </a:rPr>
              <a:t>restartPolicy</a:t>
            </a:r>
            <a:r>
              <a:rPr lang="en-US" sz="1200">
                <a:latin typeface="Courier New"/>
                <a:cs typeface="Courier New"/>
              </a:rPr>
              <a:t>: Never</a:t>
            </a:r>
            <a:endParaRPr lang="en-US"/>
          </a:p>
          <a:p>
            <a:pPr>
              <a:lnSpc>
                <a:spcPct val="106000"/>
              </a:lnSpc>
            </a:pPr>
            <a:r>
              <a:rPr lang="en-US" sz="1200">
                <a:latin typeface="Courier New"/>
                <a:cs typeface="Courier New"/>
              </a:rPr>
              <a:t>  </a:t>
            </a:r>
            <a:r>
              <a:rPr lang="en-US" sz="1200" err="1">
                <a:latin typeface="Courier New"/>
                <a:cs typeface="Courier New"/>
              </a:rPr>
              <a:t>backoffLimit</a:t>
            </a:r>
            <a:r>
              <a:rPr lang="en-US" sz="1200">
                <a:latin typeface="Courier New"/>
                <a:cs typeface="Courier New"/>
              </a:rPr>
              <a:t>: 5</a:t>
            </a:r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7761F1-9258-018D-B3D0-3CB7B2CFE2EC}"/>
              </a:ext>
            </a:extLst>
          </p:cNvPr>
          <p:cNvSpPr txBox="1"/>
          <p:nvPr/>
        </p:nvSpPr>
        <p:spPr>
          <a:xfrm>
            <a:off x="4903871" y="1399185"/>
            <a:ext cx="5659855" cy="2266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Create </a:t>
            </a:r>
            <a:r>
              <a:rPr lang="en-US" sz="160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yaml</a:t>
            </a: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file: </a:t>
            </a:r>
            <a:r>
              <a:rPr lang="en-US" sz="16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testjob.yaml</a:t>
            </a:r>
            <a:r>
              <a:rPr lang="en-US" sz="16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with the following lines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Give a set of commands to run, in this case a python file located in a</a:t>
            </a: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</a:rPr>
              <a:t>n attached PVC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 err="1">
                <a:ea typeface="Calibri" panose="020F0502020204030204" pitchFamily="34" charset="0"/>
                <a:cs typeface="Arial" panose="020B0604020202020204" pitchFamily="34" charset="0"/>
              </a:rPr>
              <a:t>BackoffLimit</a:t>
            </a: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</a:rPr>
              <a:t> sets the number of times to restart pod on failure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endParaRPr lang="en-US" sz="16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967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8062" y="0"/>
            <a:ext cx="8421688" cy="1325563"/>
          </a:xfrm>
        </p:spPr>
        <p:txBody>
          <a:bodyPr/>
          <a:lstStyle/>
          <a:p>
            <a:r>
              <a:rPr lang="en-US"/>
              <a:t>Setting up a PVC/Pod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ED2A1D-D8E6-C493-63E9-620797364C33}"/>
              </a:ext>
            </a:extLst>
          </p:cNvPr>
          <p:cNvSpPr txBox="1"/>
          <p:nvPr/>
        </p:nvSpPr>
        <p:spPr>
          <a:xfrm>
            <a:off x="268204" y="2201137"/>
            <a:ext cx="4741050" cy="33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apiVersion</a:t>
            </a: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v1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kind: </a:t>
            </a:r>
            <a:r>
              <a:rPr lang="en-US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PersistentVolumeClaim</a:t>
            </a:r>
            <a:endParaRPr lang="en-US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metadata: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name: test-vol1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spec: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storageClassName</a:t>
            </a: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rook-</a:t>
            </a:r>
            <a:r>
              <a:rPr lang="en-US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cephfs</a:t>
            </a:r>
            <a:endParaRPr lang="en-US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</a:t>
            </a:r>
            <a:r>
              <a:rPr lang="en-US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accessModes</a:t>
            </a: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- </a:t>
            </a:r>
            <a:r>
              <a:rPr lang="en-US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ReadWriteMany</a:t>
            </a:r>
            <a:endParaRPr lang="en-US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resources: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requests: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storage: 16Gi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7761F1-9258-018D-B3D0-3CB7B2CFE2EC}"/>
              </a:ext>
            </a:extLst>
          </p:cNvPr>
          <p:cNvSpPr txBox="1"/>
          <p:nvPr/>
        </p:nvSpPr>
        <p:spPr>
          <a:xfrm>
            <a:off x="8346722" y="1148893"/>
            <a:ext cx="3192881" cy="18973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We create a PVC and Pod to bound the PVC to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</a:rPr>
              <a:t>We can use the Pod to upload data to the PVC for use in the job</a:t>
            </a:r>
            <a:endParaRPr lang="en-US" sz="16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88231A-0C8A-29CC-CA72-1B79CC875459}"/>
              </a:ext>
            </a:extLst>
          </p:cNvPr>
          <p:cNvSpPr txBox="1"/>
          <p:nvPr/>
        </p:nvSpPr>
        <p:spPr>
          <a:xfrm>
            <a:off x="4496012" y="112852"/>
            <a:ext cx="4363953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apiVersion</a:t>
            </a:r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v1</a:t>
            </a: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kind: Pod</a:t>
            </a: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metadata:</a:t>
            </a: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name: test-pod1</a:t>
            </a: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spec:</a:t>
            </a: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containers:</a:t>
            </a: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- name: </a:t>
            </a:r>
            <a:r>
              <a:rPr lang="en-US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mypod</a:t>
            </a:r>
            <a:endParaRPr lang="en-US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  image: centos:centos7</a:t>
            </a: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  command: ["</a:t>
            </a:r>
            <a:r>
              <a:rPr lang="en-US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sh</a:t>
            </a:r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", "-c", "sleep infinity"]</a:t>
            </a: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  resources:</a:t>
            </a: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    limits:</a:t>
            </a: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      memory: 100Mi</a:t>
            </a: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      </a:t>
            </a:r>
            <a:r>
              <a:rPr lang="en-US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cpu</a:t>
            </a:r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100m</a:t>
            </a: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    requests:</a:t>
            </a: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      memory: 100Mi</a:t>
            </a: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      </a:t>
            </a:r>
            <a:r>
              <a:rPr lang="en-US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cpu</a:t>
            </a:r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100m</a:t>
            </a: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  </a:t>
            </a:r>
            <a:r>
              <a:rPr lang="en-US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volumeMounts</a:t>
            </a:r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  - </a:t>
            </a:r>
            <a:r>
              <a:rPr lang="en-US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mountPath</a:t>
            </a:r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/</a:t>
            </a:r>
            <a:r>
              <a:rPr lang="en-US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pvcvolume</a:t>
            </a:r>
            <a:endParaRPr lang="en-US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    name: </a:t>
            </a:r>
            <a:r>
              <a:rPr lang="en-US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examplevol</a:t>
            </a:r>
            <a:endParaRPr lang="en-US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volumes:</a:t>
            </a: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  - name: </a:t>
            </a:r>
            <a:r>
              <a:rPr lang="en-US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examplevol</a:t>
            </a:r>
            <a:endParaRPr lang="en-US"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    </a:t>
            </a:r>
            <a:r>
              <a:rPr lang="en-US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persistentVolumeClaim</a:t>
            </a:r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        </a:t>
            </a:r>
            <a:r>
              <a:rPr lang="en-US" err="1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claimName</a:t>
            </a:r>
            <a:r>
              <a:rPr lang="en-US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test-vol1</a:t>
            </a:r>
          </a:p>
          <a:p>
            <a:br>
              <a:rPr lang="en-US" b="0">
                <a:solidFill>
                  <a:srgbClr val="DADA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b="0">
              <a:solidFill>
                <a:srgbClr val="DADADA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693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73622"/>
            <a:ext cx="8421688" cy="1325563"/>
          </a:xfrm>
        </p:spPr>
        <p:txBody>
          <a:bodyPr/>
          <a:lstStyle/>
          <a:p>
            <a:r>
              <a:rPr lang="en-US"/>
              <a:t>Fun Decision Tree Script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ED2A1D-D8E6-C493-63E9-620797364C33}"/>
              </a:ext>
            </a:extLst>
          </p:cNvPr>
          <p:cNvSpPr txBox="1"/>
          <p:nvPr/>
        </p:nvSpPr>
        <p:spPr>
          <a:xfrm>
            <a:off x="508836" y="2640936"/>
            <a:ext cx="4527383" cy="204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from </a:t>
            </a: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sklearn.datasets</a:t>
            </a: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import </a:t>
            </a: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load_iris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from </a:t>
            </a: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sklearn</a:t>
            </a: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import tree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import </a:t>
            </a: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matplotlib.pyplot</a:t>
            </a: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as </a:t>
            </a: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plt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iris = </a:t>
            </a: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load_iris</a:t>
            </a: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X, y = </a:t>
            </a: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iris.data</a:t>
            </a: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, </a:t>
            </a: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iris.target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clf</a:t>
            </a: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</a:t>
            </a: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tree.DecisionTreeClassifier</a:t>
            </a: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clf</a:t>
            </a: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</a:t>
            </a: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clf.fit</a:t>
            </a: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(X, y)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plt.figure</a:t>
            </a: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()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tree.plot_tree</a:t>
            </a: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</a:t>
            </a: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clf,filled</a:t>
            </a: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=True)  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plt.savefig</a:t>
            </a: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('tree.</a:t>
            </a: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png</a:t>
            </a: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',</a:t>
            </a: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bbox_inches</a:t>
            </a: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= "tight")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7761F1-9258-018D-B3D0-3CB7B2CFE2EC}"/>
              </a:ext>
            </a:extLst>
          </p:cNvPr>
          <p:cNvSpPr txBox="1"/>
          <p:nvPr/>
        </p:nvSpPr>
        <p:spPr>
          <a:xfrm>
            <a:off x="4903871" y="1399185"/>
            <a:ext cx="5659855" cy="2266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Create python file: </a:t>
            </a:r>
            <a:r>
              <a:rPr lang="en-US" sz="1600">
                <a:effectLst/>
                <a:latin typeface="Courier New" panose="02070309020205020404" pitchFamily="49" charset="0"/>
                <a:ea typeface="Calibri" panose="020F0502020204030204" pitchFamily="34" charset="0"/>
                <a:cs typeface="Arial" panose="020B0604020202020204" pitchFamily="34" charset="0"/>
              </a:rPr>
              <a:t>decisiontree.py</a:t>
            </a:r>
            <a:r>
              <a:rPr lang="en-US" sz="16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with the following lines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Imports iris flower dataset and builds a decision tree classifier using </a:t>
            </a:r>
            <a:r>
              <a:rPr lang="en-US" sz="1600" err="1">
                <a:ea typeface="Calibri" panose="020F0502020204030204" pitchFamily="34" charset="0"/>
                <a:cs typeface="Arial" panose="020B0604020202020204" pitchFamily="34" charset="0"/>
              </a:rPr>
              <a:t>s</a:t>
            </a:r>
            <a:r>
              <a:rPr lang="en-US" sz="160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klearn</a:t>
            </a:r>
            <a:endParaRPr lang="en-US" sz="16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</a:rPr>
              <a:t>Saves a picture of the built decision tree into directory</a:t>
            </a: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endParaRPr lang="en-US" sz="16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3138D1F4-5AC3-921E-B38E-3B04DFE215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403" y="3429000"/>
            <a:ext cx="4151061" cy="304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112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74F95-9752-917A-04B7-5D1ED0339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73622"/>
            <a:ext cx="8421688" cy="1325563"/>
          </a:xfrm>
        </p:spPr>
        <p:txBody>
          <a:bodyPr/>
          <a:lstStyle/>
          <a:p>
            <a:r>
              <a:rPr lang="en-US"/>
              <a:t>Creating a Job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2E1EC44-CE68-6E90-2B3C-34AF36C70F19}"/>
              </a:ext>
            </a:extLst>
          </p:cNvPr>
          <p:cNvGrpSpPr/>
          <p:nvPr/>
        </p:nvGrpSpPr>
        <p:grpSpPr>
          <a:xfrm>
            <a:off x="368" y="1137323"/>
            <a:ext cx="12192000" cy="5326324"/>
            <a:chOff x="0" y="1217573"/>
            <a:chExt cx="12192000" cy="532632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DB2E078-9A1B-C1B8-F424-20B71042AE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40157" b="40487"/>
            <a:stretch/>
          </p:blipFill>
          <p:spPr>
            <a:xfrm>
              <a:off x="0" y="5545276"/>
              <a:ext cx="12192000" cy="99862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C16D9CB-110B-C74C-61CB-691EAEAF67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5031141"/>
              <a:ext cx="12192000" cy="53819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7FD69A5-7C70-DF1B-A393-DA4A687AE8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85503"/>
            <a:stretch/>
          </p:blipFill>
          <p:spPr>
            <a:xfrm>
              <a:off x="0" y="3820513"/>
              <a:ext cx="12192000" cy="124672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B4CB92E-3435-819C-B624-F8561A3CAE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62000" b="21351"/>
            <a:stretch/>
          </p:blipFill>
          <p:spPr>
            <a:xfrm>
              <a:off x="0" y="2436884"/>
              <a:ext cx="12192000" cy="143175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6F3870F-7F3C-32D6-B4FB-1446ACF57D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18982" b="76439"/>
            <a:stretch/>
          </p:blipFill>
          <p:spPr>
            <a:xfrm>
              <a:off x="0" y="2091110"/>
              <a:ext cx="12192000" cy="393792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D37020C-4E19-FA00-83A0-7E9B463152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0" y="1217573"/>
              <a:ext cx="12192000" cy="9096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6476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920" y="984350"/>
            <a:ext cx="3683669" cy="1325563"/>
          </a:xfrm>
        </p:spPr>
        <p:txBody>
          <a:bodyPr>
            <a:normAutofit/>
          </a:bodyPr>
          <a:lstStyle/>
          <a:p>
            <a:r>
              <a:rPr lang="en-US"/>
              <a:t>Using GPUS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9BC00-84A9-6B89-9B6E-44E96C680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940" y="2795090"/>
            <a:ext cx="3989965" cy="3724598"/>
          </a:xfrm>
        </p:spPr>
        <p:txBody>
          <a:bodyPr>
            <a:norm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One of the main reason to use Nautilus is to get access to GPUs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</a:rPr>
              <a:t>To see what GPUs are available use this </a:t>
            </a: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resource link</a:t>
            </a:r>
            <a:endParaRPr lang="en-US" sz="160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</a:rPr>
              <a:t>You can use any us-west Region Node/Machine</a:t>
            </a:r>
          </a:p>
          <a:p>
            <a:pPr marL="800100" lvl="1" indent="-3429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Or you can use Leilani’s…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8A88CD-7911-0009-0CC3-8C385AEBD5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6889"/>
          <a:stretch/>
        </p:blipFill>
        <p:spPr>
          <a:xfrm>
            <a:off x="4602604" y="728856"/>
            <a:ext cx="5154589" cy="54002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B9860EA-D3BB-D4F7-FC0B-8A632C07239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782"/>
          <a:stretch/>
        </p:blipFill>
        <p:spPr>
          <a:xfrm>
            <a:off x="9754267" y="728856"/>
            <a:ext cx="2437733" cy="5400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6514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6FF91-D76A-D469-ECA4-716CB28D2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AIEA Lab Computer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EAD70-AE9A-A819-0BDD-B44BFFBD2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4 NVIDIA A6000 GPUs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128 GB 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14 TB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AMD EPYC 16-Core CPU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PLUS, we get priority for using it!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FC9529-7B2A-D239-4CC0-158F5ACBD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580" y="2337544"/>
            <a:ext cx="7117363" cy="286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7725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54ABB-4929-4810-950B-2DAEA0A5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5156" y="73622"/>
            <a:ext cx="8421688" cy="1325563"/>
          </a:xfrm>
        </p:spPr>
        <p:txBody>
          <a:bodyPr/>
          <a:lstStyle/>
          <a:p>
            <a:r>
              <a:rPr lang="en-US"/>
              <a:t>Using GPUs and AIEI Lab Node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ED2A1D-D8E6-C493-63E9-620797364C33}"/>
              </a:ext>
            </a:extLst>
          </p:cNvPr>
          <p:cNvSpPr txBox="1"/>
          <p:nvPr/>
        </p:nvSpPr>
        <p:spPr>
          <a:xfrm>
            <a:off x="285289" y="490841"/>
            <a:ext cx="6805363" cy="6086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apiVersion</a:t>
            </a: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v1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kind: Pod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metadata: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name: </a:t>
            </a:r>
            <a:r>
              <a:rPr lang="en-US" sz="105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xaimachinetest</a:t>
            </a:r>
            <a:endParaRPr lang="en-US" sz="105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spec: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containers: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- name: demo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image: gitlab-registry.nrp-nautilus.io/</a:t>
            </a:r>
            <a:r>
              <a:rPr lang="en-US" sz="105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prp</a:t>
            </a: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/</a:t>
            </a:r>
            <a:r>
              <a:rPr lang="en-US" sz="105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jupyter</a:t>
            </a: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-stack/</a:t>
            </a:r>
            <a:r>
              <a:rPr lang="en-US" sz="105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prp:latest</a:t>
            </a:r>
            <a:endParaRPr lang="en-US" sz="105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command: ["</a:t>
            </a:r>
            <a:r>
              <a:rPr lang="en-US" sz="105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sh</a:t>
            </a: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", "-c", "sleep infinity"]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resources: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limits: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memory: 16Gi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sz="105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cpu</a:t>
            </a: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"4"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nvidia.com/</a:t>
            </a:r>
            <a:r>
              <a:rPr lang="en-US" sz="105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gpu</a:t>
            </a: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"1"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requests: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memory: 16Gi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sz="105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cpu</a:t>
            </a: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"2"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nvidia.com/</a:t>
            </a:r>
            <a:r>
              <a:rPr lang="en-US" sz="105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gpu</a:t>
            </a: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 "1"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affinity: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</a:t>
            </a:r>
            <a:r>
              <a:rPr lang="en-US" sz="105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nodeAffinity</a:t>
            </a: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</a:t>
            </a:r>
            <a:r>
              <a:rPr lang="en-US" sz="105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requiredDuringSchedulingIgnoredDuringExecution</a:t>
            </a: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</a:t>
            </a:r>
            <a:r>
              <a:rPr lang="en-US" sz="105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nodeSelectorTerms</a:t>
            </a: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- </a:t>
            </a:r>
            <a:r>
              <a:rPr lang="en-US" sz="105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matchExpressions</a:t>
            </a: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- key: kubernetes.io/hostname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operator: In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values: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- k8s-gpu-5.ucsc.edu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- key: nvidia.com/</a:t>
            </a:r>
            <a:r>
              <a:rPr lang="en-US" sz="105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gpu.product</a:t>
            </a:r>
            <a:endParaRPr lang="en-US" sz="105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operator: In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values: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 - NVIDIA-RTX-A6000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tolerations: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- effect: </a:t>
            </a:r>
            <a:r>
              <a:rPr lang="en-US" sz="105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NoSchedule</a:t>
            </a:r>
            <a:endParaRPr lang="en-US" sz="105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key: nautilus.io/</a:t>
            </a:r>
            <a:r>
              <a:rPr lang="en-US" sz="105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gilpin</a:t>
            </a: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-lab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5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operator: Exists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7761F1-9258-018D-B3D0-3CB7B2CFE2EC}"/>
              </a:ext>
            </a:extLst>
          </p:cNvPr>
          <p:cNvSpPr txBox="1"/>
          <p:nvPr/>
        </p:nvSpPr>
        <p:spPr>
          <a:xfrm>
            <a:off x="5661860" y="2295644"/>
            <a:ext cx="5659855" cy="2266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>
                <a:effectLst/>
                <a:ea typeface="Calibri" panose="020F0502020204030204" pitchFamily="34" charset="0"/>
                <a:cs typeface="Arial" panose="020B0604020202020204" pitchFamily="34" charset="0"/>
              </a:rPr>
              <a:t>To use GPUs make sure to include it in the resources section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</a:rPr>
              <a:t>You can use the lines from “affinity” and  below to identify that you want our specific machine</a:t>
            </a:r>
          </a:p>
          <a:p>
            <a:pPr marL="342900" marR="0" lvl="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</a:rPr>
              <a:t>If you don’t want our machine check these </a:t>
            </a:r>
            <a:r>
              <a:rPr lang="en-US" sz="1600"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examples</a:t>
            </a:r>
            <a:endParaRPr lang="en-US" sz="160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742950" marR="0" lvl="1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endParaRPr lang="en-US" sz="160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728DEF-1387-9391-AAC9-14B69CFBA56D}"/>
              </a:ext>
            </a:extLst>
          </p:cNvPr>
          <p:cNvSpPr txBox="1"/>
          <p:nvPr/>
        </p:nvSpPr>
        <p:spPr>
          <a:xfrm>
            <a:off x="5715500" y="4317239"/>
            <a:ext cx="5233237" cy="204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spec: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affinity: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</a:t>
            </a: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nodeAffinity</a:t>
            </a: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</a:t>
            </a: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requiredDuringSchedulingIgnoredDuringExecution</a:t>
            </a: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</a:t>
            </a: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nodeSelectorTerms</a:t>
            </a: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- </a:t>
            </a: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matchExpressions</a:t>
            </a: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- key: nvidia.com/</a:t>
            </a:r>
            <a:r>
              <a:rPr lang="en-US" sz="120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gpu.product</a:t>
            </a:r>
            <a:endParaRPr lang="en-US" sz="1200">
              <a:effectLst/>
              <a:latin typeface="Courier New" panose="02070309020205020404" pitchFamily="49" charset="0"/>
              <a:ea typeface="Calibri" panose="020F0502020204030204" pitchFamily="34" charset="0"/>
              <a:cs typeface="Courier New" panose="02070309020205020404" pitchFamily="49" charset="0"/>
            </a:endParaRP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operator: In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values:</a:t>
            </a:r>
          </a:p>
          <a:p>
            <a:pPr marL="0" marR="0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>
                <a:effectLst/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           - NVIDIA-GeForce-GTX-1080-Ti</a:t>
            </a:r>
          </a:p>
        </p:txBody>
      </p:sp>
    </p:spTree>
    <p:extLst>
      <p:ext uri="{BB962C8B-B14F-4D97-AF65-F5344CB8AC3E}">
        <p14:creationId xmlns:p14="http://schemas.microsoft.com/office/powerpoint/2010/main" val="28500071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7200" y="1615736"/>
            <a:ext cx="4179570" cy="1524735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/>
          <a:p>
            <a:r>
              <a:rPr lang="en-US"/>
              <a:t>Please use Nautilus!</a:t>
            </a:r>
          </a:p>
          <a:p>
            <a:r>
              <a:rPr lang="en-US"/>
              <a:t>Questions?</a:t>
            </a:r>
          </a:p>
          <a:p>
            <a:r>
              <a:rPr lang="en-US"/>
              <a:t>Coen Adler</a:t>
            </a:r>
          </a:p>
          <a:p>
            <a:r>
              <a:rPr lang="en-US"/>
              <a:t>ctadler@ucsc.edu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nimalist light pitch_tm56180624_Win32_LW_SL_v3" id="{5A4404DB-4ECC-4373-8C35-B428B8CCB737}" vid="{DB02F28E-0C23-47F0-A348-62748A79E20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97B18F-50BC-4F30-8373-93489E845F83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64CF2EF3-001F-4BE9-81B3-86ECBBF9425F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2BC90D6-94CF-42F7-AAC4-9CF6824C54D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Application>Microsoft Office PowerPoint</Application>
  <PresentationFormat>Widescreen</PresentationFormat>
  <Slides>28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Monoline</vt:lpstr>
      <vt:lpstr>Intro to Nautilus and Kubernetes</vt:lpstr>
      <vt:lpstr>What is Nautilus?</vt:lpstr>
      <vt:lpstr>What is Kubernetes?</vt:lpstr>
      <vt:lpstr>Important Vocabulary</vt:lpstr>
      <vt:lpstr>Prerequisites</vt:lpstr>
      <vt:lpstr>Kubernetes Demo</vt:lpstr>
      <vt:lpstr>Introduction to Pods</vt:lpstr>
      <vt:lpstr>Setting up a Pod</vt:lpstr>
      <vt:lpstr>Creating a Pod</vt:lpstr>
      <vt:lpstr> SSH onto a Pod</vt:lpstr>
      <vt:lpstr>Intro to Deployments</vt:lpstr>
      <vt:lpstr>Setting up a Deployment</vt:lpstr>
      <vt:lpstr>Creating a Deployment</vt:lpstr>
      <vt:lpstr>Deleting a Deployment Pod</vt:lpstr>
      <vt:lpstr>Setting up a PVC</vt:lpstr>
      <vt:lpstr>Intro to Persistent Volume Claims (PVC)</vt:lpstr>
      <vt:lpstr>Setting up a PVC</vt:lpstr>
      <vt:lpstr>Creating a PVC</vt:lpstr>
      <vt:lpstr>Saving Files using PVC</vt:lpstr>
      <vt:lpstr>Intro to Jobs</vt:lpstr>
      <vt:lpstr>Setting up a Job</vt:lpstr>
      <vt:lpstr>Setting up a PVC/Pod</vt:lpstr>
      <vt:lpstr>Fun Decision Tree Script</vt:lpstr>
      <vt:lpstr>Creating a Job</vt:lpstr>
      <vt:lpstr>Using GPUS</vt:lpstr>
      <vt:lpstr>AIEA Lab Computer</vt:lpstr>
      <vt:lpstr>Using GPUs and AIEI Lab Node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Nautilus and Kubernetes</dc:title>
  <dc:creator>Coen Timothy Adler</dc:creator>
  <cp:revision>5</cp:revision>
  <dcterms:created xsi:type="dcterms:W3CDTF">2023-03-08T06:28:50Z</dcterms:created>
  <dcterms:modified xsi:type="dcterms:W3CDTF">2024-03-01T18:57:33Z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